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89" r:id="rId4"/>
    <p:sldId id="295" r:id="rId5"/>
    <p:sldId id="296" r:id="rId6"/>
    <p:sldId id="29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6" autoAdjust="0"/>
    <p:restoredTop sz="94622" autoAdjust="0"/>
  </p:normalViewPr>
  <p:slideViewPr>
    <p:cSldViewPr>
      <p:cViewPr varScale="1">
        <p:scale>
          <a:sx n="48" d="100"/>
          <a:sy n="48" d="100"/>
        </p:scale>
        <p:origin x="468" y="4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77D78-677B-4388-9014-A7D00F856CBB}" type="datetimeFigureOut">
              <a:rPr lang="ko-KR" altLang="en-US" smtClean="0"/>
              <a:t>2025-09-10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243C2-348B-4BA0-9C72-769A9D1F5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809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205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69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69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69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14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39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70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41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7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25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45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79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5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614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0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6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2478" y="4503386"/>
            <a:ext cx="10603044" cy="12060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이상한 나라의 개발자들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18909" y="3803743"/>
            <a:ext cx="2050182" cy="7111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altLang="ko-KR" sz="3999">
                <a:solidFill>
                  <a:srgbClr val="090807"/>
                </a:solidFill>
                <a:latin typeface="Raleway"/>
                <a:ea typeface="Raleway"/>
                <a:cs typeface="Raleway"/>
                <a:sym typeface="Raleway"/>
              </a:rPr>
              <a:t>Team.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463794"/>
            <a:ext cx="1252686" cy="346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25.09.10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65" y="8924925"/>
            <a:ext cx="1859235" cy="105516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김종원 김동현      </a:t>
            </a:r>
            <a:r>
              <a:rPr lang="ko-KR" alt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손홍준</a:t>
            </a: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최민주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이채은</a:t>
            </a:r>
            <a:endParaRPr lang="ko-KR" altLang="en-US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121212" y="9117013"/>
            <a:ext cx="15166788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44ED6CF-9E35-D603-1EEA-59C1F6FEF861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356CF62B-93A6-4869-80EF-5B63F7B8F4D3}"/>
              </a:ext>
            </a:extLst>
          </p:cNvPr>
          <p:cNvSpPr txBox="1">
            <a:spLocks/>
          </p:cNvSpPr>
          <p:nvPr/>
        </p:nvSpPr>
        <p:spPr>
          <a:xfrm>
            <a:off x="860425" y="2552700"/>
            <a:ext cx="13616152" cy="31476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514350" lvl="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움직이는 대상 빠르게 쫓아가기</a:t>
            </a: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(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속도</a:t>
            </a: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)</a:t>
            </a:r>
          </a:p>
          <a:p>
            <a:pPr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2. 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대상의 움직임 예측</a:t>
            </a: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(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방향</a:t>
            </a: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)</a:t>
            </a:r>
            <a:endParaRPr lang="ko-KR" altLang="en-US" sz="3600" b="1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3. 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떨림 보정 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00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44ED6CF-9E35-D603-1EEA-59C1F6FEF861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356CF62B-93A6-4869-80EF-5B63F7B8F4D3}"/>
              </a:ext>
            </a:extLst>
          </p:cNvPr>
          <p:cNvSpPr txBox="1">
            <a:spLocks/>
          </p:cNvSpPr>
          <p:nvPr/>
        </p:nvSpPr>
        <p:spPr>
          <a:xfrm>
            <a:off x="860425" y="2552700"/>
            <a:ext cx="13616152" cy="6102312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514350" lvl="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움직이는 대상 빠르게 쫓아가기</a:t>
            </a: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(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속도</a:t>
            </a: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)</a:t>
            </a: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측정이유 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1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인 </a:t>
            </a:r>
            <a:r>
              <a:rPr lang="ko-KR" altLang="en-US" sz="3200" dirty="0" err="1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유튜버들의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 방송을 보았을 때 일어나거나 앉아있는 상태로 좌우로 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1m 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이내를 자주 움직인다는 것을 알 수 있음</a:t>
            </a:r>
            <a:endParaRPr lang="en-US" altLang="ko-KR" sz="32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2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방법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cs typeface="Raleway Bold" charset="0"/>
              </a:rPr>
              <a:t>: </a:t>
            </a:r>
            <a:r>
              <a:rPr lang="ko-KR" altLang="en-US" sz="3200" dirty="0"/>
              <a:t>얼굴이 </a:t>
            </a:r>
            <a:r>
              <a:rPr lang="ko-KR" altLang="en-US" sz="3200" dirty="0" err="1"/>
              <a:t>좌우상하</a:t>
            </a:r>
            <a:r>
              <a:rPr lang="en-US" altLang="ko-KR" sz="3200" dirty="0"/>
              <a:t>(</a:t>
            </a:r>
            <a:r>
              <a:rPr lang="ko-KR" altLang="en-US" sz="3200" dirty="0"/>
              <a:t>좌우</a:t>
            </a:r>
            <a:r>
              <a:rPr lang="en-US" altLang="ko-KR" sz="3200" dirty="0"/>
              <a:t>: 1m, </a:t>
            </a:r>
            <a:r>
              <a:rPr lang="ko-KR" altLang="en-US" sz="3200" dirty="0"/>
              <a:t>상하</a:t>
            </a:r>
            <a:r>
              <a:rPr lang="en-US" altLang="ko-KR" sz="3200" dirty="0"/>
              <a:t>:50cm)</a:t>
            </a:r>
            <a:r>
              <a:rPr lang="ko-KR" altLang="en-US" sz="3200" dirty="0"/>
              <a:t> 중 하나의 방향으로 </a:t>
            </a:r>
            <a:r>
              <a:rPr lang="en-US" altLang="ko-KR" sz="3200" dirty="0"/>
              <a:t>3</a:t>
            </a:r>
            <a:r>
              <a:rPr lang="ko-KR" altLang="en-US" sz="3200" dirty="0"/>
              <a:t>초 동안 움직였을 때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로봇팔이</a:t>
            </a:r>
            <a:r>
              <a:rPr lang="ko-KR" altLang="en-US" sz="3200" dirty="0"/>
              <a:t> 사람의 움직임을 따라가서 다시 얼굴이 인식되는 시간</a:t>
            </a:r>
            <a:endParaRPr lang="en-US" altLang="ko-KR" sz="32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목표 결과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3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초 이내</a:t>
            </a:r>
            <a:endParaRPr lang="en-US" altLang="ko-KR" sz="32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01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44ED6CF-9E35-D603-1EEA-59C1F6FEF861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356CF62B-93A6-4869-80EF-5B63F7B8F4D3}"/>
              </a:ext>
            </a:extLst>
          </p:cNvPr>
          <p:cNvSpPr txBox="1">
            <a:spLocks/>
          </p:cNvSpPr>
          <p:nvPr/>
        </p:nvSpPr>
        <p:spPr>
          <a:xfrm>
            <a:off x="1905000" y="2212345"/>
            <a:ext cx="15011400" cy="589058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2. 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대상의 움직임 예측</a:t>
            </a: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(</a:t>
            </a:r>
            <a:r>
              <a:rPr lang="ko-KR" altLang="en-US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방향</a:t>
            </a: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)</a:t>
            </a: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측정이유 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사용자가 빠르게 움직여서 카메라 촬영화면 밖으로 이탈했을 때 </a:t>
            </a:r>
            <a:r>
              <a:rPr lang="ko-KR" altLang="en-US" sz="3200" dirty="0" err="1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로봇팔이</a:t>
            </a:r>
            <a:r>
              <a:rPr lang="ko-KR" altLang="en-US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 사용자가 움직인 방향을 읽지 못해 따라가지 못하는 경우가 있었음</a:t>
            </a:r>
            <a:endParaRPr lang="en-US" altLang="ko-KR" sz="32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방법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</a:t>
            </a:r>
            <a:r>
              <a:rPr lang="ko-KR" altLang="en-US" sz="3200" dirty="0"/>
              <a:t>사용자가 화면 밖으로 나갔을 때</a:t>
            </a:r>
            <a:r>
              <a:rPr lang="en-US" altLang="ko-KR" sz="3200" dirty="0"/>
              <a:t>, </a:t>
            </a:r>
            <a:r>
              <a:rPr lang="ko-KR" altLang="en-US" sz="3200" dirty="0"/>
              <a:t>사용자가 움직인 방향</a:t>
            </a:r>
            <a:r>
              <a:rPr lang="en-US" altLang="ko-KR" sz="3200" dirty="0"/>
              <a:t>(</a:t>
            </a:r>
            <a:r>
              <a:rPr lang="ko-KR" altLang="en-US" sz="3200" dirty="0"/>
              <a:t>상하좌우 중</a:t>
            </a:r>
            <a:r>
              <a:rPr lang="en-US" altLang="ko-KR" sz="3200" dirty="0"/>
              <a:t> </a:t>
            </a:r>
            <a:r>
              <a:rPr lang="ko-KR" altLang="en-US" sz="3200" dirty="0"/>
              <a:t>하나</a:t>
            </a:r>
            <a:r>
              <a:rPr lang="en-US" altLang="ko-KR" sz="3200" dirty="0"/>
              <a:t>)</a:t>
            </a:r>
            <a:r>
              <a:rPr lang="ko-KR" altLang="en-US" sz="3200" dirty="0"/>
              <a:t>으로 </a:t>
            </a:r>
            <a:r>
              <a:rPr lang="ko-KR" altLang="en-US" sz="3200" dirty="0" err="1"/>
              <a:t>로봇팔이</a:t>
            </a:r>
            <a:r>
              <a:rPr lang="ko-KR" altLang="en-US" sz="3200" dirty="0"/>
              <a:t> 움직여서 다시 얼굴을 인식하는 확률</a:t>
            </a:r>
            <a:endParaRPr lang="en-US" altLang="ko-KR" sz="32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32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목표 결과</a:t>
            </a:r>
            <a:r>
              <a:rPr lang="en-US" altLang="ko-KR" sz="32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</a:t>
            </a:r>
            <a:r>
              <a:rPr lang="en-US" altLang="ko-KR" sz="3200" dirty="0"/>
              <a:t>5</a:t>
            </a:r>
            <a:r>
              <a:rPr lang="ko-KR" altLang="en-US" sz="3200" dirty="0"/>
              <a:t>번 시도 중에 </a:t>
            </a:r>
            <a:r>
              <a:rPr lang="en-US" altLang="ko-KR" sz="3200" dirty="0"/>
              <a:t>4</a:t>
            </a:r>
            <a:r>
              <a:rPr lang="ko-KR" altLang="en-US" sz="3200" dirty="0"/>
              <a:t>번 이상 인식</a:t>
            </a:r>
            <a:endParaRPr lang="en-US" altLang="ko-KR" sz="32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89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Rect 0">
            <a:extLst>
              <a:ext uri="{FF2B5EF4-FFF2-40B4-BE49-F238E27FC236}">
                <a16:creationId xmlns:a16="http://schemas.microsoft.com/office/drawing/2014/main" id="{444ED6CF-9E35-D603-1EEA-59C1F6FEF861}"/>
              </a:ext>
            </a:extLst>
          </p:cNvPr>
          <p:cNvCxnSpPr>
            <a:cxnSpLocks/>
          </p:cNvCxnSpPr>
          <p:nvPr/>
        </p:nvCxnSpPr>
        <p:spPr>
          <a:xfrm>
            <a:off x="860425" y="134747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860425" y="80392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 설정</a:t>
            </a: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356CF62B-93A6-4869-80EF-5B63F7B8F4D3}"/>
              </a:ext>
            </a:extLst>
          </p:cNvPr>
          <p:cNvSpPr txBox="1">
            <a:spLocks/>
          </p:cNvSpPr>
          <p:nvPr/>
        </p:nvSpPr>
        <p:spPr>
          <a:xfrm>
            <a:off x="381000" y="3035979"/>
            <a:ext cx="17907000" cy="5895268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3. </a:t>
            </a:r>
            <a:r>
              <a:rPr lang="ko-KR" altLang="en-US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떨림 보정</a:t>
            </a:r>
            <a:endParaRPr lang="en-US" altLang="ko-KR" sz="2800" b="1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방법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</a:t>
            </a:r>
            <a:r>
              <a:rPr lang="ko-KR" altLang="en-US" sz="2800" dirty="0" err="1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로봇팔이</a:t>
            </a: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 사용자의 움직임을 따라간 후에 사용자가 움직이지</a:t>
            </a:r>
            <a:endParaRPr lang="en-US" altLang="ko-KR" sz="28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않는다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. </a:t>
            </a: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그 이후 </a:t>
            </a:r>
            <a:r>
              <a:rPr lang="en-US" altLang="ko-KR" sz="2800" dirty="0"/>
              <a:t>10</a:t>
            </a:r>
            <a:r>
              <a:rPr lang="ko-KR" altLang="en-US" sz="2800" dirty="0"/>
              <a:t>초 동안 매초 얼굴을 인식하는 사각형의 왼쪽 아래 좌표를 구한다</a:t>
            </a:r>
            <a:r>
              <a:rPr lang="en-US" altLang="ko-KR" sz="2800" dirty="0"/>
              <a:t>. </a:t>
            </a:r>
            <a:r>
              <a:rPr lang="ko-KR" altLang="en-US" sz="2800" dirty="0"/>
              <a:t>총 </a:t>
            </a:r>
            <a:r>
              <a:rPr lang="en-US" altLang="ko-KR" sz="2800" dirty="0"/>
              <a:t>10</a:t>
            </a:r>
            <a:r>
              <a:rPr lang="ko-KR" altLang="en-US" sz="2800" dirty="0"/>
              <a:t>개의 </a:t>
            </a:r>
            <a:r>
              <a:rPr lang="ko-KR" altLang="en-US" sz="2800" dirty="0" err="1"/>
              <a:t>좌표중에</a:t>
            </a:r>
            <a:r>
              <a:rPr lang="ko-KR" altLang="en-US" sz="2800" dirty="0"/>
              <a:t> 가장 먼저 측정한 좌표를 기준으로 지름이 </a:t>
            </a:r>
            <a:r>
              <a:rPr lang="en-US" altLang="ko-KR" sz="2800" dirty="0"/>
              <a:t>26px</a:t>
            </a:r>
            <a:r>
              <a:rPr lang="ko-KR" altLang="en-US" sz="2800" dirty="0"/>
              <a:t>인 원을 임의로 그렸을 때 다른 </a:t>
            </a:r>
            <a:r>
              <a:rPr lang="en-US" altLang="ko-KR" sz="2800" dirty="0"/>
              <a:t>9</a:t>
            </a:r>
            <a:r>
              <a:rPr lang="ko-KR" altLang="en-US" sz="2800" dirty="0"/>
              <a:t>개의 좌표가 해당 원의 범위에 들어가는 경우의 수를 구한다</a:t>
            </a:r>
            <a:r>
              <a:rPr lang="en-US" altLang="ko-KR" sz="2800" dirty="0"/>
              <a:t>.(</a:t>
            </a:r>
            <a:r>
              <a:rPr lang="ko-KR" altLang="en-US" sz="2800" dirty="0"/>
              <a:t>만약 떨림이 있다면 각 좌표들의 값의 차이가 크므로 좌표들이 원 밖에 있고</a:t>
            </a:r>
            <a:r>
              <a:rPr lang="en-US" altLang="ko-KR" sz="2800" dirty="0"/>
              <a:t>, </a:t>
            </a:r>
            <a:r>
              <a:rPr lang="ko-KR" altLang="en-US" sz="2800" dirty="0"/>
              <a:t>떨림이 없다면 좌표들의 차이가 적어져서 좌표들이 원 내에 존재한다</a:t>
            </a:r>
            <a:r>
              <a:rPr lang="en-US" altLang="ko-KR" sz="2800" dirty="0"/>
              <a:t>.)</a:t>
            </a:r>
            <a:endParaRPr lang="en-US" altLang="ko-KR" sz="2800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  <a:p>
            <a:pPr marR="0" lvl="0" algn="l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- </a:t>
            </a:r>
            <a:r>
              <a:rPr lang="ko-KR" altLang="en-US" sz="28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목표 결과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: 9</a:t>
            </a: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개의 좌표 중 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8</a:t>
            </a:r>
            <a:r>
              <a:rPr lang="ko-KR" altLang="en-US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개 이상이 원 안에 존재한다</a:t>
            </a:r>
            <a:r>
              <a:rPr lang="en-US" altLang="ko-KR" sz="2800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F66A30-5BD9-E04A-519B-52F4D5F2D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0" y="342900"/>
            <a:ext cx="5257800" cy="4515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582216-A695-DC7E-8D8A-5B3896EAB20D}"/>
              </a:ext>
            </a:extLst>
          </p:cNvPr>
          <p:cNvSpPr txBox="1"/>
          <p:nvPr/>
        </p:nvSpPr>
        <p:spPr>
          <a:xfrm>
            <a:off x="7696200" y="2786710"/>
            <a:ext cx="3276600" cy="806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임의로 그린 </a:t>
            </a:r>
            <a:endParaRPr kumimoji="0" lang="en-US" altLang="ko-KR" sz="32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지름 </a:t>
            </a: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26px </a:t>
            </a: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052F7E2A-D90E-6367-9E1D-84B3A26ADB08}"/>
              </a:ext>
            </a:extLst>
          </p:cNvPr>
          <p:cNvSpPr/>
          <p:nvPr/>
        </p:nvSpPr>
        <p:spPr>
          <a:xfrm rot="1034635">
            <a:off x="10582227" y="3281263"/>
            <a:ext cx="2635731" cy="62479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60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anchor="t">
        <a:spAutoFit/>
      </a:bodyPr>
      <a:lstStyle>
        <a:defPPr marL="0" lvl="0" indent="0" algn="ctr" defTabSz="914400" rtl="0" eaLnBrk="1" latinLnBrk="0" hangingPunct="1">
          <a:lnSpc>
            <a:spcPts val="3000"/>
          </a:lnSpc>
          <a:spcBef>
            <a:spcPts val="0"/>
          </a:spcBef>
          <a:spcAft>
            <a:spcPts val="0"/>
          </a:spcAft>
          <a:buNone/>
          <a:defRPr kumimoji="0" lang="en-US" altLang="ko-KR" sz="4100" b="1" i="0" u="none" strike="noStrike" kern="1200" cap="none" spc="0" normalizeH="0" baseline="0">
            <a:solidFill>
              <a:srgbClr val="090807"/>
            </a:solidFill>
            <a:latin typeface="Source Han Sans KR"/>
            <a:ea typeface="Source Han Sans KR"/>
            <a:cs typeface="Source Han Sans KR"/>
            <a:sym typeface="Source Han Sans KR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274</Words>
  <Application>Microsoft Office PowerPoint</Application>
  <PresentationFormat>사용자 지정</PresentationFormat>
  <Paragraphs>30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Source Han Sans KR</vt:lpstr>
      <vt:lpstr>Source Han Sans KR Bold</vt:lpstr>
      <vt:lpstr>맑은 고딕</vt:lpstr>
      <vt:lpstr>Arial</vt:lpstr>
      <vt:lpstr>Calibri</vt:lpstr>
      <vt:lpstr>Raleway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옐로우 블랙 깔끔한 보고서 프레젠테이션</dc:title>
  <dc:creator>UserK</dc:creator>
  <cp:lastModifiedBy>김동현/임베디드시스템공학과</cp:lastModifiedBy>
  <cp:revision>73</cp:revision>
  <dcterms:created xsi:type="dcterms:W3CDTF">2006-08-16T00:00:00Z</dcterms:created>
  <dcterms:modified xsi:type="dcterms:W3CDTF">2025-09-10T06:26:33Z</dcterms:modified>
  <cp:version/>
</cp:coreProperties>
</file>