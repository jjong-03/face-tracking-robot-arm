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96" r:id="rId1"/>
  </p:sldMasterIdLst>
  <p:notesMasterIdLst>
    <p:notesMasterId r:id="rId2"/>
  </p:notesMasterIdLst>
  <p:sldIdLst>
    <p:sldId id="256" r:id="rId3"/>
    <p:sldId id="257" r:id="rId4"/>
    <p:sldId id="267" r:id="rId5"/>
    <p:sldId id="258" r:id="rId6"/>
    <p:sldId id="259" r:id="rId7"/>
    <p:sldId id="261" r:id="rId8"/>
    <p:sldId id="269" r:id="rId9"/>
    <p:sldId id="270" r:id="rId10"/>
    <p:sldId id="271" r:id="rId11"/>
    <p:sldId id="272" r:id="rId12"/>
    <p:sldId id="273" r:id="rId13"/>
    <p:sldId id="274" r:id="rId14"/>
    <p:sldId id="263" r:id="rId15"/>
    <p:sldId id="266" r:id="rId16"/>
    <p:sldId id="268" r:id="rId17"/>
    <p:sldId id="262" r:id="rId18"/>
    <p:sldId id="264" r:id="rId19"/>
    <p:sldId id="265" r:id="rId20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9810" autoAdjust="0"/>
    <p:restoredTop sz="76895" autoAdjust="0"/>
  </p:normalViewPr>
  <p:slideViewPr>
    <p:cSldViewPr snapToObjects="1">
      <p:cViewPr varScale="1">
        <p:scale>
          <a:sx n="100" d="100"/>
          <a:sy n="100" d="100"/>
        </p:scale>
        <p:origin x="-164" y="32"/>
      </p:cViewPr>
      <p:guideLst>
        <p:guide orient="horz" pos="2152"/>
        <p:guide pos="287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presProps" Target="presProps.xml"  /><Relationship Id="rId22" Type="http://schemas.openxmlformats.org/officeDocument/2006/relationships/viewProps" Target="viewProps.xml"  /><Relationship Id="rId23" Type="http://schemas.openxmlformats.org/officeDocument/2006/relationships/theme" Target="theme/theme1.xml"  /><Relationship Id="rId24" Type="http://schemas.openxmlformats.org/officeDocument/2006/relationships/tableStyles" Target="tableStyles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BFAF5C0C-5DDA-42C8-B806-7AF716C74F11}" type="datetime1">
              <a:rPr lang="ko-KR" altLang="en-US"/>
              <a:pPr lvl="0">
                <a:defRPr/>
              </a:pPr>
              <a:t>2025-04-16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두 번째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세 번째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네 번째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 번째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F90923A6-3A5F-4108-B2BE-257B2CED64A5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notesMaster" Target="../notesMasters/notesMaster1.xml"  /><Relationship Id="rId3" Type="http://schemas.openxmlformats.org/officeDocument/2006/relationships/slide" Target="../slides/slide2.xml"  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notesMaster" Target="../notesMasters/notesMaster1.xml"  /><Relationship Id="rId3" Type="http://schemas.openxmlformats.org/officeDocument/2006/relationships/slide" Target="../slides/slide5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11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12.xml"  /><Relationship Id="rId2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notesMaster" Target="../notesMasters/notesMaster1.xml"  /><Relationship Id="rId3" Type="http://schemas.openxmlformats.org/officeDocument/2006/relationships/slide" Target="../slides/slide13.xml"  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notesMaster" Target="../notesMasters/notesMaster1.xml"  /><Relationship Id="rId3" Type="http://schemas.openxmlformats.org/officeDocument/2006/relationships/slide" Target="../slides/slide14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slide" Target="../slides/slide15.xml"  /><Relationship Id="rId2" Type="http://schemas.openxmlformats.org/officeDocument/2006/relationships/notesMaster" Target="../notesMasters/notesMaster1.xml"  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notesMaster" Target="../notesMasters/notesMaster1.xml"  /><Relationship Id="rId3" Type="http://schemas.openxmlformats.org/officeDocument/2006/relationships/slide" Target="../slides/slide16.xml"  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notesMaster" Target="../notesMasters/notesMaster1.xml"  /><Relationship Id="rId3" Type="http://schemas.openxmlformats.org/officeDocument/2006/relationships/slide" Target="../slides/slide17.xml"  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notesMaster" Target="../notesMasters/notesMaster1.xml"  /><Relationship Id="rId3" Type="http://schemas.openxmlformats.org/officeDocument/2006/relationships/slide" Target="../slides/slide18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F90923A6-3A5F-4108-B2BE-257B2CED64A5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F90923A6-3A5F-4108-B2BE-257B2CED64A5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F90923A6-3A5F-4108-B2BE-257B2CED64A5}" type="slidenum">
              <a:rPr lang="ko-KR" altLang="en-US"/>
              <a:pPr lvl="0">
                <a:defRPr/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0735583"/>
      </p:ext>
    </p:extLst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F90923A6-3A5F-4108-B2BE-257B2CED64A5}" type="slidenum">
              <a:rPr lang="ko-KR" altLang="en-US"/>
              <a:pPr lvl="0">
                <a:defRPr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5219949"/>
      </p:ext>
    </p:extLst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F90923A6-3A5F-4108-B2BE-257B2CED64A5}" type="slidenum">
              <a:rPr lang="ko-KR" altLang="en-US"/>
              <a:pPr lvl="0">
                <a:defRPr/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3387945"/>
      </p:ext>
    </p:extLst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F90923A6-3A5F-4108-B2BE-257B2CED64A5}" type="slidenum">
              <a:rPr lang="ko-KR" altLang="en-US"/>
              <a:pPr lvl="0">
                <a:defRPr/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7973416"/>
      </p:ext>
    </p:extLst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F90923A6-3A5F-4108-B2BE-257B2CED64A5}" type="slidenum">
              <a:rPr lang="ko-KR" altLang="en-US"/>
              <a:pPr lvl="0">
                <a:defRPr/>
              </a:pPr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9172517"/>
      </p:ext>
    </p:extLst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F90923A6-3A5F-4108-B2BE-257B2CED64A5}" type="slidenum">
              <a:rPr lang="ko-KR" altLang="en-US"/>
              <a:pPr lvl="0">
                <a:defRPr/>
              </a:pPr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0407410"/>
      </p:ext>
    </p:extLst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F90923A6-3A5F-4108-B2BE-257B2CED64A5}" type="slidenum">
              <a:rPr lang="ko-KR" altLang="en-US"/>
              <a:pPr lvl="0">
                <a:defRPr/>
              </a:pPr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5373209"/>
      </p:ext>
    </p:extLst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“‘영상 촬영 시작’이라는 명령어를 인식하면 로그가 출력되도록 합니다</a:t>
            </a:r>
            <a:r>
              <a:rPr lang="en-US" altLang="ko-KR"/>
              <a:t>.</a:t>
            </a:r>
            <a:endParaRPr lang="en-US" altLang="ko-KR"/>
          </a:p>
          <a:p>
            <a:pPr>
              <a:defRPr/>
            </a:pPr>
            <a:r>
              <a:rPr lang="ko-KR" altLang="en-US"/>
              <a:t>추후 카메라 제어를 맡고 있는 팀원이 카메라 영상 시작</a:t>
            </a:r>
            <a:r>
              <a:rPr lang="en-US" altLang="ko-KR"/>
              <a:t>/</a:t>
            </a:r>
            <a:r>
              <a:rPr lang="ko-KR" altLang="en-US"/>
              <a:t>종료 코드를 만들면 통합하여 자연스럽게 이어지도록 만들 예정입니다</a:t>
            </a:r>
            <a:r>
              <a:rPr lang="en-US" altLang="ko-KR"/>
              <a:t>.</a:t>
            </a: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F90923A6-3A5F-4108-B2BE-257B2CED64A5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  <a:defRPr/>
            </a:pPr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  <a:defRPr/>
            </a:pPr>
            <a:r>
              <a:rPr lang="ko-KR" altLang="en-US"/>
              <a:t>“‘영상 촬영 시작’이라는 명령어를 인식하면 로그가 출력되도록 합니다</a:t>
            </a:r>
            <a:r>
              <a:rPr lang="en-US" altLang="ko-KR"/>
              <a:t>.</a:t>
            </a:r>
          </a:p>
          <a:p>
            <a:pPr marL="0" indent="0">
              <a:buFontTx/>
              <a:buNone/>
              <a:defRPr/>
            </a:pPr>
            <a:r>
              <a:rPr lang="ko-KR" altLang="en-US"/>
              <a:t>추후 카메라 제어를 맡고 있는 팀원이 카메라 영상 시작</a:t>
            </a:r>
            <a:r>
              <a:rPr lang="en-US" altLang="ko-KR"/>
              <a:t>/</a:t>
            </a:r>
            <a:r>
              <a:rPr lang="ko-KR" altLang="en-US"/>
              <a:t>종료 코드를 만들면 통합하여 자연스럽게 이어지도록 만들 예정입니다</a:t>
            </a:r>
            <a:r>
              <a:rPr lang="en-US" altLang="ko-KR"/>
              <a:t>.</a:t>
            </a:r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  <a:defRPr/>
            </a:pPr>
            <a:fld id="{B9320F77-B9A0-41C5-862A-B4B631284C64}" type="slidenum">
              <a:rPr lang="en-US" altLang="en-US"/>
              <a:t>6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  <a:defRPr/>
            </a:pPr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 rtl="0" algn="l" defTabSz="91440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lang="ko-KR" altLang="en-US"/>
              <a:t>사용자의 음성 중 ‘3단계’, ‘4단계’와</a:t>
            </a:r>
            <a:r>
              <a:rPr lang="ko-KR" altLang="en-US" sz="1200" cap="none" i="0" b="0" strike="noStrike">
                <a:solidFill>
                  <a:srgbClr val="000000"/>
                </a:solidFill>
                <a:latin typeface="맑은 고딕" charset="0"/>
                <a:ea typeface="맑은 고딕" charset="0"/>
                <a:cs typeface="맑은 고딕" charset="0"/>
              </a:rPr>
              <a:t>은</a:t>
            </a:r>
            <a:r>
              <a:rPr lang="ko-KR" altLang="en-US" sz="1200" cap="none" i="0" b="0" strike="noStrike">
                <a:solidFill>
                  <a:srgbClr val="000000"/>
                </a:solidFill>
                <a:latin typeface="맑은 고딕" charset="0"/>
                <a:ea typeface="맑은 고딕" charset="0"/>
                <a:cs typeface="맑은 고딕" charset="0"/>
              </a:rPr>
              <a:t> </a:t>
            </a:r>
            <a:r>
              <a:rPr lang="ko-KR" altLang="en-US" sz="1200" cap="none" i="0" b="0" strike="noStrike">
                <a:solidFill>
                  <a:srgbClr val="000000"/>
                </a:solidFill>
                <a:latin typeface="맑은 고딕" charset="0"/>
                <a:ea typeface="맑은 고딕" charset="0"/>
                <a:cs typeface="맑은 고딕" charset="0"/>
              </a:rPr>
              <a:t>명령을</a:t>
            </a:r>
            <a:r>
              <a:rPr lang="ko-KR" altLang="en-US" sz="1200" cap="none" i="0" b="0" strike="noStrike">
                <a:solidFill>
                  <a:srgbClr val="000000"/>
                </a:solidFill>
                <a:latin typeface="맑은 고딕" charset="0"/>
                <a:ea typeface="맑은 고딕" charset="0"/>
                <a:cs typeface="맑은 고딕" charset="0"/>
              </a:rPr>
              <a:t> </a:t>
            </a:r>
            <a:r>
              <a:rPr lang="ko-KR" altLang="en-US" sz="1200" cap="none" i="0" b="0" strike="noStrike">
                <a:solidFill>
                  <a:srgbClr val="000000"/>
                </a:solidFill>
                <a:latin typeface="맑은 고딕" charset="0"/>
                <a:ea typeface="맑은 고딕" charset="0"/>
                <a:cs typeface="맑은 고딕" charset="0"/>
              </a:rPr>
              <a:t>감지하면,</a:t>
            </a:r>
          </a:p>
          <a:p>
            <a:pPr marL="0" indent="0" rtl="0" algn="l" defTabSz="91440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lang="ko-KR" altLang="en-US" sz="1200" cap="none" i="0" b="0" strike="noStrike">
                <a:solidFill>
                  <a:srgbClr val="000000"/>
                </a:solidFill>
                <a:latin typeface="맑은 고딕" charset="0"/>
                <a:ea typeface="맑은 고딕" charset="0"/>
                <a:cs typeface="맑은 고딕" charset="0"/>
              </a:rPr>
              <a:t>그 숫자를 추출해서 3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en-US" altLang="ko-KR"/>
              <a:t>4</a:t>
            </a:r>
            <a:r>
              <a:rPr lang="ko-KR" altLang="en-US"/>
              <a:t> 같은 단계에 해당하는 숫자만 아두이노에 전달하여 해당 값을 통해 조명을 조절할 예정입니다</a:t>
            </a:r>
            <a:r>
              <a:rPr lang="en-US" altLang="ko-KR"/>
              <a:t>.</a:t>
            </a:r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  <a:defRPr/>
            </a:pPr>
            <a:fld id="{B9320F77-B9A0-41C5-862A-B4B631284C64}" type="slidenum">
              <a:rPr lang="en-US" altLang="en-US"/>
              <a:t>5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1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사용자의 음성 중 ‘3단계’, ‘4단계’와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은 명령을 감지하면,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그 숫자를 추출해서 3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en-US" altLang="ko-KR"/>
              <a:t>4</a:t>
            </a:r>
            <a:r>
              <a:rPr lang="ko-KR" altLang="en-US"/>
              <a:t> 같은 단계에 해당하는 숫자만 아두이노에 전달하여 해당 값을 통해 조명을 조절할 예정입니다</a:t>
            </a:r>
            <a:r>
              <a:rPr lang="en-US" altLang="ko-KR"/>
              <a:t>.</a:t>
            </a: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F90923A6-3A5F-4108-B2BE-257B2CED64A5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“‘3초 뒤 영상 촬영 시작’ 같은 명령은 숫자를 추출해서</a:t>
            </a:r>
            <a:endParaRPr lang="ko-KR" altLang="en-US"/>
          </a:p>
          <a:p>
            <a:pPr>
              <a:defRPr/>
            </a:pPr>
            <a:r>
              <a:rPr lang="ko-KR" altLang="en-US"/>
              <a:t>타이머 기능을 통해 자연스러운 지연 촬영을 구현할 수 있도록 준비합니다.</a:t>
            </a:r>
            <a:endParaRPr lang="ko-KR" altLang="en-US"/>
          </a:p>
          <a:p>
            <a:pPr>
              <a:defRPr/>
            </a:pPr>
            <a:r>
              <a:rPr lang="ko-KR" altLang="en-US"/>
              <a:t>즉시 촬영 명령도 따로 인식해서 처리합니다.”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F90923A6-3A5F-4108-B2BE-257B2CED64A5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Google STT에서는 이렇게 phrases에 자주 쓸 명령어를 미리 등록할 수 있습니다.</a:t>
            </a:r>
            <a:endParaRPr lang="ko-KR" altLang="en-US"/>
          </a:p>
          <a:p>
            <a:pPr>
              <a:defRPr/>
            </a:pPr>
            <a:r>
              <a:rPr lang="ko-KR" altLang="en-US"/>
              <a:t>이걸 통해 ‘촬염’ 같은 오인식도 줄이고, 원하는 명령을 더 정확히 인식할 수 있도록 유도합니다.</a:t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F90923A6-3A5F-4108-B2BE-257B2CED64A5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7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/Relationships>
</file>

<file path=ppt/slides/_rels/slide4.xml.rels><?xml version="1.0" encoding="UTF-8" standalone="yes" ?><Relationships xmlns="http://schemas.openxmlformats.org/package/2006/relationships"><Relationship Id="rId3" Type="http://schemas.openxmlformats.org/officeDocument/2006/relationships/image" Target="../media/image5.png"  /><Relationship Id="rId4" Type="http://schemas.openxmlformats.org/officeDocument/2006/relationships/image" Target="../media/image6.png"  /><Relationship Id="rId5" Type="http://schemas.openxmlformats.org/officeDocument/2006/relationships/slideLayout" Target="../slideLayouts/slideLayout7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7.png"  /><Relationship Id="rId4" Type="http://schemas.openxmlformats.org/officeDocument/2006/relationships/image" Target="../media/image8.png"  /><Relationship Id="rId5" Type="http://schemas.openxmlformats.org/officeDocument/2006/relationships/image" Target="../media/image9.png"  /><Relationship Id="rId6" Type="http://schemas.openxmlformats.org/officeDocument/2006/relationships/image" Target="../media/image10.jpe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2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1.png"  /><Relationship Id="rId4" Type="http://schemas.openxmlformats.org/officeDocument/2006/relationships/image" Target="../media/image12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2.xml"  /><Relationship Id="rId3" Type="http://schemas.openxmlformats.org/officeDocument/2006/relationships/video" Target="file:///C:\Users\82109\Desktop\&#45433;&#51020;%202025-04-29%20133600.mp4" TargetMode="External" /><Relationship Id="rId4" Type="http://schemas.microsoft.com/office/2007/relationships/media" Target="file:///C:\Users\82109\Desktop\&#45433;&#51020;%202025-04-29%20133600.mp4" TargetMode="External" /><Relationship Id="rId5" Type="http://schemas.openxmlformats.org/officeDocument/2006/relationships/image" Target="../media/image13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4.png"  /><Relationship Id="rId4" Type="http://schemas.openxmlformats.org/officeDocument/2006/relationships/image" Target="../media/image15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6.png"  /><Relationship Id="rId4" Type="http://schemas.openxmlformats.org/officeDocument/2006/relationships/image" Target="../media/image17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8.png"  /><Relationship Id="rId4" Type="http://schemas.openxmlformats.org/officeDocument/2006/relationships/image" Target="../media/image19.png"  /><Relationship Id="rId5" Type="http://schemas.openxmlformats.org/officeDocument/2006/relationships/image" Target="../media/image20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9.xml"  /><Relationship Id="rId2" Type="http://schemas.openxmlformats.org/officeDocument/2006/relationships/slideLayout" Target="../slideLayouts/slideLayout2.xml"  /><Relationship Id="rId3" Type="http://schemas.openxmlformats.org/officeDocument/2006/relationships/video" Target="file:///C:/Users/82109/Desktop/output.avi" TargetMode="External" /><Relationship Id="rId4" Type="http://schemas.microsoft.com/office/2007/relationships/media" Target="file:///C:\Users\82109\Desktop\output.avi" TargetMode="External" /><Relationship Id="rId5" Type="http://schemas.openxmlformats.org/officeDocument/2006/relationships/image" Target="../media/image21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0.xml"  /><Relationship Id="rId4" Type="http://schemas.openxmlformats.org/officeDocument/2006/relationships/image" Target="../media/image22.png"  /><Relationship Id="rId5" Type="http://schemas.openxmlformats.org/officeDocument/2006/relationships/slideLayout" Target="../slideLayouts/slideLayout7.xml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3.png"  /><Relationship Id="rId3" Type="http://schemas.openxmlformats.org/officeDocument/2006/relationships/notesSlide" Target="../notesSlides/notesSlide11.xml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4.png"  /><Relationship Id="rId3" Type="http://schemas.openxmlformats.org/officeDocument/2006/relationships/notesSlide" Target="../notesSlides/notesSlide12.xml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3.xml"  /><Relationship Id="rId5" Type="http://schemas.openxmlformats.org/officeDocument/2006/relationships/image" Target="../media/image25.png"  /><Relationship Id="rId6" Type="http://schemas.openxmlformats.org/officeDocument/2006/relationships/image" Target="../media/image26.png"  /><Relationship Id="rId7" Type="http://schemas.openxmlformats.org/officeDocument/2006/relationships/slideLayout" Target="../slideLayouts/slideLayout7.xml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4.xml"  /><Relationship Id="rId5" Type="http://schemas.openxmlformats.org/officeDocument/2006/relationships/image" Target="../media/image27.png"  /><Relationship Id="rId6" Type="http://schemas.openxmlformats.org/officeDocument/2006/relationships/image" Target="../media/image28.png"  /><Relationship Id="rId7" Type="http://schemas.openxmlformats.org/officeDocument/2006/relationships/slideLayout" Target="../slideLayouts/slideLayout7.xml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5.xml"  /><Relationship Id="rId4" Type="http://schemas.openxmlformats.org/officeDocument/2006/relationships/image" Target="../media/image29.png"  /><Relationship Id="rId5" Type="http://schemas.openxmlformats.org/officeDocument/2006/relationships/slideLayout" Target="../slideLayouts/slideLayout7.xml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FEF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42385" y="4503420"/>
            <a:ext cx="10603230" cy="127825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10076"/>
              </a:lnSpc>
              <a:spcBef>
                <a:spcPct val="0"/>
              </a:spcBef>
              <a:defRPr/>
            </a:pPr>
            <a:r>
              <a:rPr lang="ko-KR" altLang="en-US" sz="7197" b="1">
                <a:solidFill>
                  <a:srgbClr val="090807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이상한 나라의 개발자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119110" y="3803650"/>
            <a:ext cx="2050415" cy="71120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5599"/>
              </a:lnSpc>
              <a:spcBef>
                <a:spcPct val="0"/>
              </a:spcBef>
              <a:defRPr/>
            </a:pPr>
            <a:r>
              <a:rPr lang="en-US" altLang="ko-KR" sz="3999">
                <a:solidFill>
                  <a:srgbClr val="090807"/>
                </a:solidFill>
                <a:latin typeface="Raleway"/>
                <a:ea typeface="Raleway"/>
                <a:cs typeface="Raleway"/>
                <a:sym typeface="Raleway"/>
              </a:rPr>
              <a:t>Team.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8463915"/>
            <a:ext cx="1253490" cy="356235"/>
          </a:xfrm>
          <a:prstGeom prst="rect">
            <a:avLst/>
          </a:prstGeom>
        </p:spPr>
        <p:txBody>
          <a:bodyPr wrap="square" lIns="0" tIns="0" rIns="0" bIns="0" numCol="1" vert="horz" anchor="t">
            <a:spAutoFit/>
          </a:bodyPr>
          <a:lstStyle/>
          <a:p>
            <a:pPr marL="0" indent="0" algn="l">
              <a:lnSpc>
                <a:spcPts val="2800"/>
              </a:lnSpc>
              <a:spcBef>
                <a:spcPct val="0"/>
              </a:spcBef>
              <a:buFontTx/>
              <a:buNone/>
              <a:defRPr/>
            </a:pPr>
            <a:r>
              <a:rPr lang="en-US" sz="2000">
                <a:solidFill>
                  <a:srgbClr val="090807"/>
                </a:solidFill>
                <a:latin typeface="Source Han Sans KR" charset="0"/>
                <a:ea typeface="Source Han Sans KR" charset="0"/>
                <a:cs typeface="Source Han Sans KR" charset="0"/>
              </a:rPr>
              <a:t>20</a:t>
            </a:r>
            <a:r>
              <a:rPr lang="en-US" altLang="ko-KR" sz="2000">
                <a:solidFill>
                  <a:srgbClr val="090807"/>
                </a:solidFill>
                <a:latin typeface="Source Han Sans KR" charset="0"/>
                <a:ea typeface="Source Han Sans KR" charset="0"/>
                <a:cs typeface="Source Han Sans KR" charset="0"/>
              </a:rPr>
              <a:t>25.</a:t>
            </a:r>
            <a:r>
              <a:rPr lang="ko-KR" altLang="ko-KR" sz="2000">
                <a:solidFill>
                  <a:srgbClr val="090807"/>
                </a:solidFill>
                <a:latin typeface="Source Han Sans KR" charset="0"/>
                <a:ea typeface="Source Han Sans KR" charset="0"/>
                <a:cs typeface="Source Han Sans KR" charset="0"/>
              </a:rPr>
              <a:t>4</a:t>
            </a:r>
            <a:r>
              <a:rPr lang="en-US" altLang="ko-KR" sz="2000">
                <a:solidFill>
                  <a:srgbClr val="090807"/>
                </a:solidFill>
                <a:latin typeface="Source Han Sans KR" charset="0"/>
                <a:ea typeface="Source Han Sans KR" charset="0"/>
                <a:cs typeface="Source Han Sans KR" charset="0"/>
              </a:rPr>
              <a:t>.</a:t>
            </a:r>
            <a:r>
              <a:rPr lang="ko-KR" altLang="ko-KR" sz="2000">
                <a:solidFill>
                  <a:srgbClr val="090807"/>
                </a:solidFill>
                <a:latin typeface="Source Han Sans KR" charset="0"/>
                <a:ea typeface="Source Han Sans KR" charset="0"/>
                <a:cs typeface="Source Han Sans KR" charset="0"/>
              </a:rPr>
              <a:t>30</a:t>
            </a:r>
            <a:endParaRPr lang="ko-KR" altLang="en-US" sz="2000">
              <a:solidFill>
                <a:srgbClr val="090807"/>
              </a:solidFill>
              <a:latin typeface="Source Han Sans KR" charset="0"/>
              <a:ea typeface="Source Han Sans KR" charset="0"/>
              <a:cs typeface="Source Han Sans KR" charset="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83920" y="8924925"/>
            <a:ext cx="1859280" cy="71437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2800"/>
              </a:lnSpc>
              <a:spcBef>
                <a:spcPct val="0"/>
              </a:spcBef>
              <a:defRPr/>
            </a:pPr>
            <a:r>
              <a:rPr lang="ko-KR" altLang="en-US" sz="200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김종원 김동현      손홍준 최민주</a:t>
            </a:r>
          </a:p>
        </p:txBody>
      </p:sp>
      <p:sp>
        <p:nvSpPr>
          <p:cNvPr id="6" name="AutoShape 6"/>
          <p:cNvSpPr/>
          <p:nvPr/>
        </p:nvSpPr>
        <p:spPr>
          <a:xfrm>
            <a:off x="3121025" y="9117330"/>
            <a:ext cx="15166975" cy="0"/>
          </a:xfrm>
          <a:prstGeom prst="line">
            <a:avLst/>
          </a:prstGeom>
          <a:ln w="9525" cap="flat">
            <a:solidFill>
              <a:srgbClr val="090807"/>
            </a:solidFill>
            <a:prstDash val="solid"/>
            <a:headEnd w="sm" len="sm"/>
            <a:tailEnd w="sm" len="sm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ef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/>
          <p:cNvSpPr txBox="1"/>
          <p:nvPr/>
        </p:nvSpPr>
        <p:spPr>
          <a:xfrm>
            <a:off x="3169920" y="4627245"/>
            <a:ext cx="2938145" cy="91884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7426"/>
              </a:lnSpc>
              <a:spcBef>
                <a:spcPct val="0"/>
              </a:spcBef>
              <a:defRPr/>
            </a:pPr>
            <a:r>
              <a:rPr lang="en-US" sz="5305" b="1">
                <a:solidFill>
                  <a:srgbClr val="090807"/>
                </a:solidFill>
                <a:latin typeface="Raleway Bold"/>
                <a:ea typeface="Raleway Bold"/>
                <a:cs typeface="Raleway Bold"/>
                <a:sym typeface="Raleway Bold"/>
              </a:rPr>
              <a:t>Contents</a:t>
            </a:r>
            <a:endParaRPr lang="en-US" sz="5305" b="1">
              <a:solidFill>
                <a:srgbClr val="090807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3912215" y="2077720"/>
            <a:ext cx="701040" cy="84645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6690"/>
              </a:lnSpc>
              <a:defRPr/>
            </a:pPr>
            <a:endParaRPr lang="en-US" sz="300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137650" y="3489325"/>
            <a:ext cx="7042150" cy="7654925"/>
          </a:xfrm>
          <a:prstGeom prst="rect">
            <a:avLst/>
          </a:prstGeom>
        </p:spPr>
        <p:txBody>
          <a:bodyPr vert="horz" wrap="square" lIns="0" tIns="0" rIns="0" bIns="0" anchor="t">
            <a:spAutoFit/>
          </a:bodyPr>
          <a:lstStyle/>
          <a:p>
            <a:pPr marL="0" lvl="0" indent="0" algn="l">
              <a:lnSpc>
                <a:spcPts val="6690"/>
              </a:lnSpc>
              <a:buFontTx/>
              <a:buNone/>
              <a:defRPr/>
            </a:pPr>
            <a:r>
              <a:rPr lang="en-US" sz="4000" b="1">
                <a:solidFill>
                  <a:srgbClr val="090807"/>
                </a:solidFill>
                <a:latin typeface="Raleway Bold"/>
                <a:ea typeface="Raleway Bold"/>
                <a:cs typeface="Raleway Bold"/>
              </a:rPr>
              <a:t>01</a:t>
            </a:r>
            <a:r>
              <a:rPr lang="ko-KR" sz="4000" b="1">
                <a:solidFill>
                  <a:srgbClr val="090807"/>
                </a:solidFill>
                <a:latin typeface="Raleway Bold"/>
                <a:ea typeface="Raleway Bold"/>
                <a:cs typeface="Raleway Bold"/>
              </a:rPr>
              <a:t>	상세 기능</a:t>
            </a:r>
            <a:endParaRPr lang="ko-KR" sz="4000" b="1">
              <a:solidFill>
                <a:srgbClr val="090807"/>
              </a:solidFill>
              <a:latin typeface="Raleway Bold"/>
              <a:ea typeface="Raleway Bold"/>
              <a:cs typeface="Raleway Bold"/>
            </a:endParaRPr>
          </a:p>
          <a:p>
            <a:pPr marL="0" lvl="0" indent="0" algn="l">
              <a:lnSpc>
                <a:spcPts val="6690"/>
              </a:lnSpc>
              <a:buFontTx/>
              <a:buNone/>
              <a:defRPr/>
            </a:pPr>
            <a:r>
              <a:rPr lang="en-US" sz="4000" b="1">
                <a:solidFill>
                  <a:srgbClr val="090807"/>
                </a:solidFill>
                <a:latin typeface="Raleway Bold"/>
                <a:ea typeface="Raleway Bold"/>
                <a:cs typeface="Raleway Bold"/>
              </a:rPr>
              <a:t>02</a:t>
            </a:r>
            <a:r>
              <a:rPr lang="ko-KR" sz="4000" b="1">
                <a:solidFill>
                  <a:srgbClr val="090807"/>
                </a:solidFill>
                <a:latin typeface="Raleway Bold"/>
                <a:ea typeface="Raleway Bold"/>
                <a:cs typeface="Raleway Bold"/>
              </a:rPr>
              <a:t>	구현 구조</a:t>
            </a:r>
            <a:endParaRPr lang="ko-KR" sz="4000" b="1">
              <a:solidFill>
                <a:srgbClr val="090807"/>
              </a:solidFill>
              <a:latin typeface="Raleway Bold"/>
              <a:ea typeface="Raleway Bold"/>
              <a:cs typeface="Raleway Bold"/>
            </a:endParaRPr>
          </a:p>
          <a:p>
            <a:pPr marL="0" lvl="0" indent="0" algn="l">
              <a:lnSpc>
                <a:spcPts val="6690"/>
              </a:lnSpc>
              <a:buFontTx/>
              <a:buNone/>
              <a:defRPr/>
            </a:pPr>
            <a:r>
              <a:rPr lang="en-US" sz="4000" b="1">
                <a:solidFill>
                  <a:srgbClr val="090807"/>
                </a:solidFill>
                <a:latin typeface="Raleway Bold"/>
                <a:ea typeface="Raleway Bold"/>
                <a:cs typeface="Raleway Bold"/>
              </a:rPr>
              <a:t>03</a:t>
            </a:r>
            <a:r>
              <a:rPr lang="ko-KR" sz="4000" b="1">
                <a:solidFill>
                  <a:srgbClr val="090807"/>
                </a:solidFill>
                <a:latin typeface="Raleway Bold"/>
                <a:ea typeface="Raleway Bold"/>
                <a:cs typeface="Raleway Bold"/>
              </a:rPr>
              <a:t>	카메라</a:t>
            </a:r>
            <a:r>
              <a:rPr lang="ko-KR" altLang="en-US" sz="4000" b="1">
                <a:solidFill>
                  <a:srgbClr val="090807"/>
                </a:solidFill>
                <a:latin typeface="Raleway Bold"/>
                <a:ea typeface="Raleway Bold"/>
                <a:cs typeface="Raleway Bold"/>
              </a:rPr>
              <a:t> </a:t>
            </a:r>
            <a:r>
              <a:rPr lang="en-US" altLang="ko-KR" sz="4000" b="1">
                <a:solidFill>
                  <a:srgbClr val="090807"/>
                </a:solidFill>
                <a:latin typeface="Raleway Bold"/>
                <a:ea typeface="Raleway Bold"/>
                <a:cs typeface="Raleway Bold"/>
              </a:rPr>
              <a:t>/</a:t>
            </a:r>
            <a:r>
              <a:rPr lang="ko-KR" altLang="en-US" sz="4000" b="1">
                <a:solidFill>
                  <a:srgbClr val="090807"/>
                </a:solidFill>
                <a:latin typeface="Raleway Bold"/>
                <a:ea typeface="Raleway Bold"/>
                <a:cs typeface="Raleway Bold"/>
              </a:rPr>
              <a:t> 영상처리</a:t>
            </a:r>
            <a:endParaRPr lang="ko-KR" altLang="en-US" sz="4000" b="1">
              <a:solidFill>
                <a:srgbClr val="090807"/>
              </a:solidFill>
              <a:latin typeface="Raleway Bold"/>
              <a:ea typeface="Raleway Bold"/>
              <a:cs typeface="Raleway Bold"/>
            </a:endParaRPr>
          </a:p>
          <a:p>
            <a:pPr marL="0" lvl="0" indent="0" algn="l">
              <a:lnSpc>
                <a:spcPts val="6690"/>
              </a:lnSpc>
              <a:buFontTx/>
              <a:buNone/>
              <a:defRPr/>
            </a:pPr>
            <a:r>
              <a:rPr lang="ko-KR" sz="4000" b="1">
                <a:solidFill>
                  <a:srgbClr val="090807"/>
                </a:solidFill>
                <a:latin typeface="Raleway Bold"/>
                <a:ea typeface="Raleway Bold"/>
                <a:cs typeface="Raleway Bold"/>
              </a:rPr>
              <a:t>04	로봇팔 설계</a:t>
            </a:r>
            <a:endParaRPr lang="ko-KR" sz="4000" b="1">
              <a:solidFill>
                <a:srgbClr val="090807"/>
              </a:solidFill>
              <a:latin typeface="Raleway Bold"/>
              <a:ea typeface="Raleway Bold"/>
              <a:cs typeface="Raleway Bold"/>
            </a:endParaRPr>
          </a:p>
          <a:p>
            <a:pPr marL="0" lvl="0" indent="0" algn="l">
              <a:lnSpc>
                <a:spcPts val="6690"/>
              </a:lnSpc>
              <a:buFontTx/>
              <a:buNone/>
              <a:defRPr/>
            </a:pPr>
            <a:r>
              <a:rPr lang="en-US" sz="4000" b="1">
                <a:solidFill>
                  <a:srgbClr val="090807"/>
                </a:solidFill>
                <a:latin typeface="Raleway Bold"/>
                <a:ea typeface="Raleway Bold"/>
                <a:cs typeface="Raleway Bold"/>
              </a:rPr>
              <a:t>0</a:t>
            </a:r>
            <a:r>
              <a:rPr lang="ko-KR" sz="4000" b="1">
                <a:solidFill>
                  <a:srgbClr val="090807"/>
                </a:solidFill>
                <a:latin typeface="Raleway Bold"/>
                <a:ea typeface="Raleway Bold"/>
                <a:cs typeface="Raleway Bold"/>
              </a:rPr>
              <a:t>5	로봇팔 조정 코드</a:t>
            </a:r>
            <a:endParaRPr lang="ko-KR" sz="4000" b="1">
              <a:solidFill>
                <a:srgbClr val="090807"/>
              </a:solidFill>
              <a:latin typeface="Raleway Bold"/>
              <a:ea typeface="Raleway Bold"/>
              <a:cs typeface="Raleway Bold"/>
            </a:endParaRPr>
          </a:p>
          <a:p>
            <a:pPr marL="0" lvl="0" indent="0" algn="l">
              <a:lnSpc>
                <a:spcPts val="6690"/>
              </a:lnSpc>
              <a:buFontTx/>
              <a:buNone/>
              <a:defRPr/>
            </a:pPr>
            <a:endParaRPr lang="ko-KR" altLang="en-US" sz="3000" b="1">
              <a:solidFill>
                <a:srgbClr val="090807"/>
              </a:solidFill>
              <a:latin typeface="Raleway Bold"/>
              <a:ea typeface="Raleway Bold"/>
              <a:cs typeface="Raleway Bold"/>
            </a:endParaRPr>
          </a:p>
          <a:p>
            <a:pPr marL="0" lvl="0" indent="0" algn="l">
              <a:lnSpc>
                <a:spcPts val="6690"/>
              </a:lnSpc>
              <a:buFontTx/>
              <a:buNone/>
              <a:defRPr/>
            </a:pPr>
            <a:endParaRPr lang="ko-KR" altLang="en-US" sz="3000" b="1">
              <a:solidFill>
                <a:srgbClr val="090807"/>
              </a:solidFill>
              <a:latin typeface="Raleway Bold"/>
              <a:ea typeface="Raleway Bold"/>
              <a:cs typeface="Raleway Bold"/>
            </a:endParaRPr>
          </a:p>
          <a:p>
            <a:pPr marL="0" lvl="0" indent="0" algn="l">
              <a:lnSpc>
                <a:spcPts val="6690"/>
              </a:lnSpc>
              <a:buFontTx/>
              <a:buNone/>
              <a:defRPr/>
            </a:pPr>
            <a:endParaRPr lang="ko-KR" altLang="en-US" sz="3000" b="1">
              <a:solidFill>
                <a:srgbClr val="090807"/>
              </a:solidFill>
              <a:latin typeface="Raleway Bold"/>
              <a:ea typeface="Raleway Bold"/>
              <a:cs typeface="Raleway Bold"/>
            </a:endParaRPr>
          </a:p>
          <a:p>
            <a:pPr marL="0" lvl="0" indent="0" algn="l">
              <a:lnSpc>
                <a:spcPts val="6690"/>
              </a:lnSpc>
              <a:buFontTx/>
              <a:buNone/>
              <a:defRPr/>
            </a:pPr>
            <a:endParaRPr lang="ko-KR" altLang="en-US" sz="3000" b="1">
              <a:solidFill>
                <a:srgbClr val="090807"/>
              </a:solidFill>
              <a:latin typeface="Raleway Bold"/>
              <a:ea typeface="Raleway Bold"/>
              <a:cs typeface="Raleway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Rect 0"/>
          <p:cNvCxnSpPr/>
          <p:nvPr/>
        </p:nvCxnSpPr>
        <p:spPr>
          <a:xfrm rot="0" flipV="1">
            <a:off x="860425" y="1333500"/>
            <a:ext cx="2416810" cy="13970"/>
          </a:xfrm>
          <a:prstGeom prst="line"/>
          <a:ln w="38100" cap="flat" cmpd="sng">
            <a:solidFill>
              <a:srgbClr val="090807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 0"/>
          <p:cNvSpPr txBox="1">
            <a:spLocks/>
          </p:cNvSpPr>
          <p:nvPr/>
        </p:nvSpPr>
        <p:spPr>
          <a:xfrm rot="0">
            <a:off x="914400" y="393700"/>
            <a:ext cx="3267710" cy="795020"/>
          </a:xfrm>
          <a:prstGeom prst="rect"/>
        </p:spPr>
        <p:txBody>
          <a:bodyPr wrap="square" lIns="0" tIns="0" rIns="0" bIns="0" numCol="1" vert="horz" anchor="t">
            <a:spAutoFit/>
          </a:bodyPr>
          <a:lstStyle/>
          <a:p>
            <a:pPr marL="0" indent="0" rtl="0" defTabSz="914400" eaLnBrk="1" latinLnBrk="0" hangingPunct="1">
              <a:lnSpc>
                <a:spcPts val="7426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lang="en-US" sz="2495" b="1">
                <a:solidFill>
                  <a:srgbClr val="090807"/>
                </a:solidFill>
                <a:latin typeface="Source Han Sans KR Bold" charset="0"/>
                <a:ea typeface="Source Han Sans KR Bold" charset="0"/>
                <a:cs typeface="Source Han Sans KR Bold" charset="0"/>
              </a:rPr>
              <a:t>01 </a:t>
            </a:r>
            <a:r>
              <a:rPr lang="ko-KR" altLang="en-US" sz="2495" cap="none" i="0" b="1" strike="noStrike">
                <a:solidFill>
                  <a:srgbClr val="090807"/>
                </a:solidFill>
                <a:latin typeface="Raleway Bold" charset="0"/>
                <a:ea typeface="Raleway Bold" charset="0"/>
                <a:cs typeface="Raleway Bold" charset="0"/>
              </a:rPr>
              <a:t>상세기능</a:t>
            </a:r>
            <a:endParaRPr lang="ko-KR" altLang="en-US" sz="2495" cap="none" i="0" b="1" strike="noStrike">
              <a:solidFill>
                <a:srgbClr val="090807"/>
              </a:solidFill>
              <a:latin typeface="Raleway Bold" charset="0"/>
              <a:ea typeface="Raleway Bold" charset="0"/>
              <a:cs typeface="Raleway Bold" charset="0"/>
            </a:endParaRPr>
          </a:p>
        </p:txBody>
      </p:sp>
      <p:sp>
        <p:nvSpPr>
          <p:cNvPr id="17" name="Rect 0"/>
          <p:cNvSpPr txBox="1">
            <a:spLocks/>
          </p:cNvSpPr>
          <p:nvPr/>
        </p:nvSpPr>
        <p:spPr>
          <a:xfrm rot="0">
            <a:off x="1355725" y="1822450"/>
            <a:ext cx="5314315" cy="444500"/>
          </a:xfrm>
          <a:prstGeom prst="rect"/>
        </p:spPr>
        <p:txBody>
          <a:bodyPr wrap="square" lIns="0" tIns="0" rIns="0" bIns="0" numCol="1" vert="horz" anchor="t">
            <a:spAutoFit/>
          </a:bodyPr>
          <a:lstStyle/>
          <a:p>
            <a:pPr marL="0" indent="0" algn="ctr">
              <a:lnSpc>
                <a:spcPts val="3499"/>
              </a:lnSpc>
              <a:spcBef>
                <a:spcPct val="0"/>
              </a:spcBef>
              <a:buFontTx/>
              <a:buNone/>
              <a:defRPr/>
            </a:pPr>
            <a:r>
              <a:rPr lang="ko-KR" altLang="en-US" sz="2495" b="1">
                <a:solidFill>
                  <a:srgbClr val="FEFBEE"/>
                </a:solidFill>
                <a:latin typeface="Source Han Sans KR Bold" charset="0"/>
                <a:ea typeface="Source Han Sans KR Bold" charset="0"/>
                <a:cs typeface="Source Han Sans KR Bold" charset="0"/>
              </a:rPr>
              <a:t>이용자 </a:t>
            </a:r>
            <a:r>
              <a:rPr lang="ko-KR" altLang="en-US" sz="2495" b="1">
                <a:solidFill>
                  <a:srgbClr val="FEFBEE"/>
                </a:solidFill>
                <a:latin typeface="Source Han Sans KR Bold" charset="0"/>
                <a:ea typeface="Source Han Sans KR Bold" charset="0"/>
                <a:cs typeface="Source Han Sans KR Bold" charset="0"/>
              </a:rPr>
              <a:t>위치에 따른 </a:t>
            </a:r>
            <a:r>
              <a:rPr lang="ko-KR" altLang="en-US" sz="2495" b="1">
                <a:solidFill>
                  <a:srgbClr val="FEFBEE"/>
                </a:solidFill>
                <a:latin typeface="Source Han Sans KR Bold" charset="0"/>
                <a:ea typeface="Source Han Sans KR Bold" charset="0"/>
                <a:cs typeface="Source Han Sans KR Bold" charset="0"/>
              </a:rPr>
              <a:t>카메라</a:t>
            </a:r>
            <a:r>
              <a:rPr lang="ko-KR" altLang="en-US" sz="2495" b="1">
                <a:solidFill>
                  <a:srgbClr val="FEFBEE"/>
                </a:solidFill>
                <a:latin typeface="Source Han Sans KR Bold" charset="0"/>
                <a:ea typeface="Source Han Sans KR Bold" charset="0"/>
                <a:cs typeface="Source Han Sans KR Bold" charset="0"/>
              </a:rPr>
              <a:t> 이동</a:t>
            </a:r>
            <a:endParaRPr lang="ko-KR" altLang="en-US" sz="2495" b="1">
              <a:solidFill>
                <a:srgbClr val="FEFBEE"/>
              </a:solidFill>
              <a:latin typeface="Source Han Sans KR Bold" charset="0"/>
              <a:ea typeface="Source Han Sans KR Bold" charset="0"/>
              <a:cs typeface="Source Han Sans KR Bold" charset="0"/>
            </a:endParaRPr>
          </a:p>
        </p:txBody>
      </p:sp>
      <p:grpSp>
        <p:nvGrpSpPr>
          <p:cNvPr id="18" name="그룹 30"/>
          <p:cNvGrpSpPr>
            <a:grpSpLocks/>
          </p:cNvGrpSpPr>
          <p:nvPr/>
        </p:nvGrpSpPr>
        <p:grpSpPr>
          <a:xfrm rot="0">
            <a:off x="683895" y="2223135"/>
            <a:ext cx="16920845" cy="7083425"/>
            <a:chOff x="683895" y="2223135"/>
            <a:chExt cx="16920845" cy="7083425"/>
          </a:xfrm>
        </p:grpSpPr>
        <p:sp>
          <p:nvSpPr>
            <p:cNvPr id="19" name="도형 28"/>
            <p:cNvSpPr>
              <a:spLocks/>
            </p:cNvSpPr>
            <p:nvPr/>
          </p:nvSpPr>
          <p:spPr>
            <a:xfrm rot="0">
              <a:off x="683895" y="2223135"/>
              <a:ext cx="16920845" cy="7083425"/>
            </a:xfrm>
            <a:custGeom>
              <a:gdLst>
                <a:gd fmla="*/ 0 w 4456349" name="TX0"/>
                <a:gd fmla="*/ 0 h 1865386" name="TY0"/>
                <a:gd fmla="*/ 4456348 w 4456349" name="TX1"/>
                <a:gd fmla="*/ 0 h 1865386" name="TY1"/>
                <a:gd fmla="*/ 4456348 w 4456349" name="TX2"/>
                <a:gd fmla="*/ 1865385 h 1865386" name="TY2"/>
                <a:gd fmla="*/ 0 w 4456349" name="TX3"/>
                <a:gd fmla="*/ 1865385 h 1865386" name="TY3"/>
              </a:gdLst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</a:cxnLst>
              <a:rect l="l" t="t" r="r" b="b"/>
              <a:pathLst>
                <a:path w="4456349" h="1865386">
                  <a:moveTo>
                    <a:pt x="0" y="0"/>
                  </a:moveTo>
                  <a:lnTo>
                    <a:pt x="4456348" y="0"/>
                  </a:lnTo>
                  <a:lnTo>
                    <a:pt x="4456348" y="1865385"/>
                  </a:lnTo>
                  <a:lnTo>
                    <a:pt x="0" y="18653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 cmpd="sng">
              <a:solidFill>
                <a:srgbClr val="090807">
                  <a:alpha val="100000"/>
                </a:srgbClr>
              </a:solidFill>
              <a:prstDash val="solid"/>
              <a:miter lim="800000"/>
            </a:ln>
          </p:spPr>
          <p:txBody>
            <a:bodyPr wrap="square" lIns="0" tIns="0" rIns="0" bIns="0" vert="horz" anchor="t">
              <a:noAutofit/>
            </a:bodyPr>
            <a:lstStyle/>
            <a:p>
              <a:pPr marL="0" indent="0" rtl="0" algn="l" defTabSz="914400" eaLnBrk="1" latinLnBrk="0" hangingPunct="1">
                <a:buFontTx/>
                <a:buNone/>
              </a:pPr>
              <a:endParaRPr lang="ko-KR" altLang="en-US" sz="1800">
                <a:latin typeface="Calibri" charset="0"/>
                <a:ea typeface="맑은 고딕" charset="0"/>
                <a:sym typeface="맑은 고딕" charset="0"/>
              </a:endParaRPr>
            </a:p>
          </p:txBody>
        </p:sp>
        <p:sp>
          <p:nvSpPr>
            <p:cNvPr id="20" name="텍스트 상자 29"/>
            <p:cNvSpPr txBox="1">
              <a:spLocks/>
            </p:cNvSpPr>
            <p:nvPr/>
          </p:nvSpPr>
          <p:spPr>
            <a:xfrm rot="0">
              <a:off x="683895" y="2078355"/>
              <a:ext cx="16920845" cy="7228205"/>
            </a:xfrm>
            <a:prstGeom prst="rect"/>
          </p:spPr>
          <p:txBody>
            <a:bodyPr wrap="square" lIns="50800" tIns="50800" rIns="50800" bIns="50800" vert="horz" anchor="ctr">
              <a:noAutofit/>
            </a:bodyPr>
            <a:lstStyle/>
            <a:p>
              <a:pPr marL="0" indent="0" rtl="0" algn="ctr" defTabSz="914400" eaLnBrk="1" latinLnBrk="0" hangingPunct="1">
                <a:buFontTx/>
                <a:buNone/>
              </a:pPr>
              <a:endParaRPr lang="ko-KR" altLang="en-US" sz="1800">
                <a:latin typeface="Calibri" charset="0"/>
                <a:ea typeface="맑은 고딕" charset="0"/>
                <a:sym typeface="맑은 고딕" charset="0"/>
              </a:endParaRPr>
            </a:p>
          </p:txBody>
        </p:sp>
      </p:grpSp>
      <p:grpSp>
        <p:nvGrpSpPr>
          <p:cNvPr id="24" name="그룹 36"/>
          <p:cNvGrpSpPr>
            <a:grpSpLocks/>
          </p:cNvGrpSpPr>
          <p:nvPr/>
        </p:nvGrpSpPr>
        <p:grpSpPr>
          <a:xfrm rot="0">
            <a:off x="1414145" y="5480685"/>
            <a:ext cx="2814320" cy="699135"/>
            <a:chOff x="1414145" y="5480685"/>
            <a:chExt cx="2814320" cy="699135"/>
          </a:xfrm>
        </p:grpSpPr>
        <p:sp>
          <p:nvSpPr>
            <p:cNvPr id="25" name="도형 34"/>
            <p:cNvSpPr>
              <a:spLocks/>
            </p:cNvSpPr>
            <p:nvPr/>
          </p:nvSpPr>
          <p:spPr>
            <a:xfrm rot="0">
              <a:off x="1414145" y="5480685"/>
              <a:ext cx="2814320" cy="699135"/>
            </a:xfrm>
            <a:custGeom>
              <a:gdLst>
                <a:gd fmla="*/ 91967 w 741048" name="TX0"/>
                <a:gd fmla="*/ 0 h 183934" name="TY0"/>
                <a:gd fmla="*/ 649081 w 741048" name="TX1"/>
                <a:gd fmla="*/ 0 h 183934" name="TY1"/>
                <a:gd fmla="*/ 714111 w 741048" name="TX2"/>
                <a:gd fmla="*/ 26936 h 183934" name="TY2"/>
                <a:gd fmla="*/ 741047 w 741048" name="TX3"/>
                <a:gd fmla="*/ 91967 h 183934" name="TY3"/>
                <a:gd fmla="*/ 741047 w 741048" name="TX4"/>
                <a:gd fmla="*/ 91967 h 183934" name="TY4"/>
                <a:gd fmla="*/ 714111 w 741048" name="TX5"/>
                <a:gd fmla="*/ 156997 h 183934" name="TY5"/>
                <a:gd fmla="*/ 649081 w 741048" name="TX6"/>
                <a:gd fmla="*/ 183933 h 183934" name="TY6"/>
                <a:gd fmla="*/ 91967 w 741048" name="TX7"/>
                <a:gd fmla="*/ 183933 h 183934" name="TY7"/>
                <a:gd fmla="*/ 26936 w 741048" name="TX8"/>
                <a:gd fmla="*/ 156997 h 183934" name="TY8"/>
                <a:gd fmla="*/ 0 w 741048" name="TX9"/>
                <a:gd fmla="*/ 91967 h 183934" name="TY9"/>
                <a:gd fmla="*/ 0 w 741048" name="TX10"/>
                <a:gd fmla="*/ 91967 h 183934" name="TY10"/>
                <a:gd fmla="*/ 26936 w 741048" name="TX11"/>
                <a:gd fmla="*/ 26936 h 183934" name="TY11"/>
                <a:gd fmla="*/ 91967 w 741048" name="TX12"/>
                <a:gd fmla="*/ 0 h 183934" name="TY12"/>
              </a:gdLst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  <a:cxn ang="0">
                  <a:pos x="TX7" y="TY7"/>
                </a:cxn>
                <a:cxn ang="0">
                  <a:pos x="TX8" y="TY8"/>
                </a:cxn>
                <a:cxn ang="0">
                  <a:pos x="TX9" y="TY9"/>
                </a:cxn>
                <a:cxn ang="0">
                  <a:pos x="TX10" y="TY10"/>
                </a:cxn>
                <a:cxn ang="0">
                  <a:pos x="TX11" y="TY11"/>
                </a:cxn>
                <a:cxn ang="0">
                  <a:pos x="TX12" y="TY12"/>
                </a:cxn>
              </a:cxnLst>
              <a:rect l="l" t="t" r="r" b="b"/>
              <a:pathLst>
                <a:path w="741048" h="183934">
                  <a:moveTo>
                    <a:pt x="91967" y="0"/>
                  </a:moveTo>
                  <a:lnTo>
                    <a:pt x="649081" y="0"/>
                  </a:lnTo>
                  <a:cubicBezTo>
                    <a:pt x="673472" y="0"/>
                    <a:pt x="696864" y="9689"/>
                    <a:pt x="714111" y="26936"/>
                  </a:cubicBezTo>
                  <a:cubicBezTo>
                    <a:pt x="731358" y="44184"/>
                    <a:pt x="741047" y="67576"/>
                    <a:pt x="741047" y="91967"/>
                  </a:cubicBezTo>
                  <a:lnTo>
                    <a:pt x="741047" y="91967"/>
                  </a:lnTo>
                  <a:cubicBezTo>
                    <a:pt x="741047" y="116358"/>
                    <a:pt x="731358" y="139750"/>
                    <a:pt x="714111" y="156997"/>
                  </a:cubicBezTo>
                  <a:cubicBezTo>
                    <a:pt x="696864" y="174244"/>
                    <a:pt x="673472" y="183933"/>
                    <a:pt x="649081" y="183933"/>
                  </a:cubicBezTo>
                  <a:lnTo>
                    <a:pt x="91967" y="183933"/>
                  </a:lnTo>
                  <a:cubicBezTo>
                    <a:pt x="67576" y="183933"/>
                    <a:pt x="44184" y="174244"/>
                    <a:pt x="26936" y="156997"/>
                  </a:cubicBezTo>
                  <a:cubicBezTo>
                    <a:pt x="9689" y="139750"/>
                    <a:pt x="0" y="116358"/>
                    <a:pt x="0" y="91967"/>
                  </a:cubicBezTo>
                  <a:lnTo>
                    <a:pt x="0" y="91967"/>
                  </a:lnTo>
                  <a:cubicBezTo>
                    <a:pt x="0" y="67576"/>
                    <a:pt x="9689" y="44184"/>
                    <a:pt x="26936" y="26936"/>
                  </a:cubicBezTo>
                  <a:cubicBezTo>
                    <a:pt x="44184" y="9689"/>
                    <a:pt x="67576" y="0"/>
                    <a:pt x="91967" y="0"/>
                  </a:cubicBezTo>
                  <a:close/>
                </a:path>
              </a:pathLst>
            </a:custGeom>
            <a:solidFill>
              <a:srgbClr val="090807"/>
            </a:solidFill>
          </p:spPr>
          <p:txBody>
            <a:bodyPr wrap="square" lIns="0" tIns="0" rIns="0" bIns="0" vert="horz" anchor="t">
              <a:noAutofit/>
            </a:bodyPr>
            <a:lstStyle/>
            <a:p>
              <a:pPr marL="0" indent="0" rtl="0" algn="l" defTabSz="914400" eaLnBrk="1" latinLnBrk="0" hangingPunct="1">
                <a:buFontTx/>
                <a:buNone/>
              </a:pPr>
              <a:endParaRPr lang="ko-KR" altLang="en-US" sz="1800">
                <a:latin typeface="Calibri" charset="0"/>
                <a:ea typeface="맑은 고딕" charset="0"/>
                <a:sym typeface="맑은 고딕" charset="0"/>
              </a:endParaRPr>
            </a:p>
          </p:txBody>
        </p:sp>
        <p:sp>
          <p:nvSpPr>
            <p:cNvPr id="26" name="텍스트 상자 35"/>
            <p:cNvSpPr txBox="1">
              <a:spLocks/>
            </p:cNvSpPr>
            <p:nvPr/>
          </p:nvSpPr>
          <p:spPr>
            <a:xfrm rot="0">
              <a:off x="1414145" y="5335905"/>
              <a:ext cx="2814320" cy="843915"/>
            </a:xfrm>
            <a:prstGeom prst="rect"/>
          </p:spPr>
          <p:txBody>
            <a:bodyPr wrap="square" lIns="50800" tIns="50800" rIns="50800" bIns="50800" vert="horz" anchor="ctr">
              <a:noAutofit/>
            </a:bodyPr>
            <a:lstStyle/>
            <a:p>
              <a:pPr marL="0" indent="0" rtl="0" algn="ctr" defTabSz="914400" eaLnBrk="1" latinLnBrk="0" hangingPunct="1">
                <a:buFontTx/>
                <a:buNone/>
              </a:pPr>
              <a:endParaRPr lang="ko-KR" altLang="en-US" sz="1800">
                <a:latin typeface="Calibri" charset="0"/>
                <a:ea typeface="맑은 고딕" charset="0"/>
                <a:sym typeface="맑은 고딕" charset="0"/>
              </a:endParaRPr>
            </a:p>
          </p:txBody>
        </p:sp>
      </p:grpSp>
      <p:grpSp>
        <p:nvGrpSpPr>
          <p:cNvPr id="27" name="그룹 39"/>
          <p:cNvGrpSpPr>
            <a:grpSpLocks/>
          </p:cNvGrpSpPr>
          <p:nvPr/>
        </p:nvGrpSpPr>
        <p:grpSpPr>
          <a:xfrm rot="0">
            <a:off x="10177780" y="5492750"/>
            <a:ext cx="2509520" cy="699135"/>
            <a:chOff x="10177780" y="5492750"/>
            <a:chExt cx="2509520" cy="699135"/>
          </a:xfrm>
        </p:grpSpPr>
        <p:sp>
          <p:nvSpPr>
            <p:cNvPr id="28" name="도형 37"/>
            <p:cNvSpPr>
              <a:spLocks/>
            </p:cNvSpPr>
            <p:nvPr/>
          </p:nvSpPr>
          <p:spPr>
            <a:xfrm rot="0">
              <a:off x="10177780" y="5492750"/>
              <a:ext cx="2509520" cy="699135"/>
            </a:xfrm>
            <a:custGeom>
              <a:gdLst>
                <a:gd fmla="*/ 91967 w 660823" name="TX0"/>
                <a:gd fmla="*/ 0 h 183934" name="TY0"/>
                <a:gd fmla="*/ 568856 w 660823" name="TX1"/>
                <a:gd fmla="*/ 0 h 183934" name="TY1"/>
                <a:gd fmla="*/ 633886 w 660823" name="TX2"/>
                <a:gd fmla="*/ 26936 h 183934" name="TY2"/>
                <a:gd fmla="*/ 660822 w 660823" name="TX3"/>
                <a:gd fmla="*/ 91967 h 183934" name="TY3"/>
                <a:gd fmla="*/ 660822 w 660823" name="TX4"/>
                <a:gd fmla="*/ 91967 h 183934" name="TY4"/>
                <a:gd fmla="*/ 633886 w 660823" name="TX5"/>
                <a:gd fmla="*/ 156997 h 183934" name="TY5"/>
                <a:gd fmla="*/ 568856 w 660823" name="TX6"/>
                <a:gd fmla="*/ 183933 h 183934" name="TY6"/>
                <a:gd fmla="*/ 91967 w 660823" name="TX7"/>
                <a:gd fmla="*/ 183933 h 183934" name="TY7"/>
                <a:gd fmla="*/ 26936 w 660823" name="TX8"/>
                <a:gd fmla="*/ 156997 h 183934" name="TY8"/>
                <a:gd fmla="*/ 0 w 660823" name="TX9"/>
                <a:gd fmla="*/ 91967 h 183934" name="TY9"/>
                <a:gd fmla="*/ 0 w 660823" name="TX10"/>
                <a:gd fmla="*/ 91967 h 183934" name="TY10"/>
                <a:gd fmla="*/ 26936 w 660823" name="TX11"/>
                <a:gd fmla="*/ 26936 h 183934" name="TY11"/>
                <a:gd fmla="*/ 91967 w 660823" name="TX12"/>
                <a:gd fmla="*/ 0 h 183934" name="TY12"/>
              </a:gdLst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  <a:cxn ang="0">
                  <a:pos x="TX7" y="TY7"/>
                </a:cxn>
                <a:cxn ang="0">
                  <a:pos x="TX8" y="TY8"/>
                </a:cxn>
                <a:cxn ang="0">
                  <a:pos x="TX9" y="TY9"/>
                </a:cxn>
                <a:cxn ang="0">
                  <a:pos x="TX10" y="TY10"/>
                </a:cxn>
                <a:cxn ang="0">
                  <a:pos x="TX11" y="TY11"/>
                </a:cxn>
                <a:cxn ang="0">
                  <a:pos x="TX12" y="TY12"/>
                </a:cxn>
              </a:cxnLst>
              <a:rect l="l" t="t" r="r" b="b"/>
              <a:pathLst>
                <a:path w="660823" h="183934">
                  <a:moveTo>
                    <a:pt x="91967" y="0"/>
                  </a:moveTo>
                  <a:lnTo>
                    <a:pt x="568856" y="0"/>
                  </a:lnTo>
                  <a:cubicBezTo>
                    <a:pt x="593247" y="0"/>
                    <a:pt x="616639" y="9689"/>
                    <a:pt x="633886" y="26936"/>
                  </a:cubicBezTo>
                  <a:cubicBezTo>
                    <a:pt x="651133" y="44184"/>
                    <a:pt x="660822" y="67576"/>
                    <a:pt x="660822" y="91967"/>
                  </a:cubicBezTo>
                  <a:lnTo>
                    <a:pt x="660822" y="91967"/>
                  </a:lnTo>
                  <a:cubicBezTo>
                    <a:pt x="660822" y="116358"/>
                    <a:pt x="651133" y="139750"/>
                    <a:pt x="633886" y="156997"/>
                  </a:cubicBezTo>
                  <a:cubicBezTo>
                    <a:pt x="616639" y="174244"/>
                    <a:pt x="593247" y="183933"/>
                    <a:pt x="568856" y="183933"/>
                  </a:cubicBezTo>
                  <a:lnTo>
                    <a:pt x="91967" y="183933"/>
                  </a:lnTo>
                  <a:cubicBezTo>
                    <a:pt x="67576" y="183933"/>
                    <a:pt x="44184" y="174244"/>
                    <a:pt x="26936" y="156997"/>
                  </a:cubicBezTo>
                  <a:cubicBezTo>
                    <a:pt x="9689" y="139750"/>
                    <a:pt x="0" y="116358"/>
                    <a:pt x="0" y="91967"/>
                  </a:cubicBezTo>
                  <a:lnTo>
                    <a:pt x="0" y="91967"/>
                  </a:lnTo>
                  <a:cubicBezTo>
                    <a:pt x="0" y="67576"/>
                    <a:pt x="9689" y="44184"/>
                    <a:pt x="26936" y="26936"/>
                  </a:cubicBezTo>
                  <a:cubicBezTo>
                    <a:pt x="44184" y="9689"/>
                    <a:pt x="67576" y="0"/>
                    <a:pt x="91967" y="0"/>
                  </a:cubicBezTo>
                  <a:close/>
                </a:path>
              </a:pathLst>
            </a:custGeom>
            <a:solidFill>
              <a:srgbClr val="090807"/>
            </a:solidFill>
          </p:spPr>
          <p:txBody>
            <a:bodyPr wrap="square" lIns="0" tIns="0" rIns="0" bIns="0" vert="horz" anchor="t">
              <a:noAutofit/>
            </a:bodyPr>
            <a:lstStyle/>
            <a:p>
              <a:pPr marL="0" indent="0" rtl="0" algn="l" defTabSz="914400" eaLnBrk="1" latinLnBrk="0" hangingPunct="1">
                <a:buFontTx/>
                <a:buNone/>
              </a:pPr>
              <a:endParaRPr lang="ko-KR" altLang="en-US" sz="1800">
                <a:latin typeface="Calibri" charset="0"/>
                <a:ea typeface="맑은 고딕" charset="0"/>
                <a:sym typeface="맑은 고딕" charset="0"/>
              </a:endParaRPr>
            </a:p>
          </p:txBody>
        </p:sp>
        <p:sp>
          <p:nvSpPr>
            <p:cNvPr id="29" name="텍스트 상자 38"/>
            <p:cNvSpPr txBox="1">
              <a:spLocks/>
            </p:cNvSpPr>
            <p:nvPr/>
          </p:nvSpPr>
          <p:spPr>
            <a:xfrm rot="0">
              <a:off x="10177780" y="5347970"/>
              <a:ext cx="2509520" cy="843915"/>
            </a:xfrm>
            <a:prstGeom prst="rect"/>
          </p:spPr>
          <p:txBody>
            <a:bodyPr wrap="square" lIns="50800" tIns="50800" rIns="50800" bIns="50800" vert="horz" anchor="ctr">
              <a:noAutofit/>
            </a:bodyPr>
            <a:lstStyle/>
            <a:p>
              <a:pPr marL="0" indent="0" rtl="0" algn="ctr" defTabSz="914400" eaLnBrk="1" latinLnBrk="0" hangingPunct="1">
                <a:buFontTx/>
                <a:buNone/>
              </a:pPr>
              <a:endParaRPr lang="ko-KR" altLang="en-US" sz="1800">
                <a:latin typeface="Calibri" charset="0"/>
                <a:ea typeface="맑은 고딕" charset="0"/>
                <a:sym typeface="맑은 고딕" charset="0"/>
              </a:endParaRPr>
            </a:p>
          </p:txBody>
        </p:sp>
      </p:grpSp>
      <p:grpSp>
        <p:nvGrpSpPr>
          <p:cNvPr id="30" name="그룹 42"/>
          <p:cNvGrpSpPr>
            <a:grpSpLocks/>
          </p:cNvGrpSpPr>
          <p:nvPr/>
        </p:nvGrpSpPr>
        <p:grpSpPr>
          <a:xfrm rot="0">
            <a:off x="5405120" y="5480685"/>
            <a:ext cx="3293110" cy="699135"/>
            <a:chOff x="5405120" y="5480685"/>
            <a:chExt cx="3293110" cy="699135"/>
          </a:xfrm>
        </p:grpSpPr>
        <p:sp>
          <p:nvSpPr>
            <p:cNvPr id="31" name="도형 40"/>
            <p:cNvSpPr>
              <a:spLocks/>
            </p:cNvSpPr>
            <p:nvPr/>
          </p:nvSpPr>
          <p:spPr>
            <a:xfrm rot="0">
              <a:off x="5405120" y="5480685"/>
              <a:ext cx="3293110" cy="699135"/>
            </a:xfrm>
            <a:custGeom>
              <a:gdLst>
                <a:gd fmla="*/ 91967 w 867116" name="TX0"/>
                <a:gd fmla="*/ 0 h 183934" name="TY0"/>
                <a:gd fmla="*/ 775149 w 867116" name="TX1"/>
                <a:gd fmla="*/ 0 h 183934" name="TY1"/>
                <a:gd fmla="*/ 840179 w 867116" name="TX2"/>
                <a:gd fmla="*/ 26936 h 183934" name="TY2"/>
                <a:gd fmla="*/ 867115 w 867116" name="TX3"/>
                <a:gd fmla="*/ 91967 h 183934" name="TY3"/>
                <a:gd fmla="*/ 867115 w 867116" name="TX4"/>
                <a:gd fmla="*/ 91967 h 183934" name="TY4"/>
                <a:gd fmla="*/ 840179 w 867116" name="TX5"/>
                <a:gd fmla="*/ 156997 h 183934" name="TY5"/>
                <a:gd fmla="*/ 775149 w 867116" name="TX6"/>
                <a:gd fmla="*/ 183933 h 183934" name="TY6"/>
                <a:gd fmla="*/ 91967 w 867116" name="TX7"/>
                <a:gd fmla="*/ 183933 h 183934" name="TY7"/>
                <a:gd fmla="*/ 26936 w 867116" name="TX8"/>
                <a:gd fmla="*/ 156997 h 183934" name="TY8"/>
                <a:gd fmla="*/ 0 w 867116" name="TX9"/>
                <a:gd fmla="*/ 91967 h 183934" name="TY9"/>
                <a:gd fmla="*/ 0 w 867116" name="TX10"/>
                <a:gd fmla="*/ 91967 h 183934" name="TY10"/>
                <a:gd fmla="*/ 26936 w 867116" name="TX11"/>
                <a:gd fmla="*/ 26936 h 183934" name="TY11"/>
                <a:gd fmla="*/ 91967 w 867116" name="TX12"/>
                <a:gd fmla="*/ 0 h 183934" name="TY12"/>
              </a:gdLst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  <a:cxn ang="0">
                  <a:pos x="TX7" y="TY7"/>
                </a:cxn>
                <a:cxn ang="0">
                  <a:pos x="TX8" y="TY8"/>
                </a:cxn>
                <a:cxn ang="0">
                  <a:pos x="TX9" y="TY9"/>
                </a:cxn>
                <a:cxn ang="0">
                  <a:pos x="TX10" y="TY10"/>
                </a:cxn>
                <a:cxn ang="0">
                  <a:pos x="TX11" y="TY11"/>
                </a:cxn>
                <a:cxn ang="0">
                  <a:pos x="TX12" y="TY12"/>
                </a:cxn>
              </a:cxnLst>
              <a:rect l="l" t="t" r="r" b="b"/>
              <a:pathLst>
                <a:path w="867116" h="183934">
                  <a:moveTo>
                    <a:pt x="91967" y="0"/>
                  </a:moveTo>
                  <a:lnTo>
                    <a:pt x="775149" y="0"/>
                  </a:lnTo>
                  <a:cubicBezTo>
                    <a:pt x="799540" y="0"/>
                    <a:pt x="822932" y="9689"/>
                    <a:pt x="840179" y="26936"/>
                  </a:cubicBezTo>
                  <a:cubicBezTo>
                    <a:pt x="857426" y="44184"/>
                    <a:pt x="867115" y="67576"/>
                    <a:pt x="867115" y="91967"/>
                  </a:cubicBezTo>
                  <a:lnTo>
                    <a:pt x="867115" y="91967"/>
                  </a:lnTo>
                  <a:cubicBezTo>
                    <a:pt x="867115" y="116358"/>
                    <a:pt x="857426" y="139750"/>
                    <a:pt x="840179" y="156997"/>
                  </a:cubicBezTo>
                  <a:cubicBezTo>
                    <a:pt x="822932" y="174244"/>
                    <a:pt x="799540" y="183933"/>
                    <a:pt x="775149" y="183933"/>
                  </a:cubicBezTo>
                  <a:lnTo>
                    <a:pt x="91967" y="183933"/>
                  </a:lnTo>
                  <a:cubicBezTo>
                    <a:pt x="67576" y="183933"/>
                    <a:pt x="44184" y="174244"/>
                    <a:pt x="26936" y="156997"/>
                  </a:cubicBezTo>
                  <a:cubicBezTo>
                    <a:pt x="9689" y="139750"/>
                    <a:pt x="0" y="116358"/>
                    <a:pt x="0" y="91967"/>
                  </a:cubicBezTo>
                  <a:lnTo>
                    <a:pt x="0" y="91967"/>
                  </a:lnTo>
                  <a:cubicBezTo>
                    <a:pt x="0" y="67576"/>
                    <a:pt x="9689" y="44184"/>
                    <a:pt x="26936" y="26936"/>
                  </a:cubicBezTo>
                  <a:cubicBezTo>
                    <a:pt x="44184" y="9689"/>
                    <a:pt x="67576" y="0"/>
                    <a:pt x="91967" y="0"/>
                  </a:cubicBezTo>
                  <a:close/>
                </a:path>
              </a:pathLst>
            </a:custGeom>
            <a:solidFill>
              <a:srgbClr val="090807"/>
            </a:solidFill>
          </p:spPr>
          <p:txBody>
            <a:bodyPr wrap="square" lIns="0" tIns="0" rIns="0" bIns="0" vert="horz" anchor="t">
              <a:noAutofit/>
            </a:bodyPr>
            <a:lstStyle/>
            <a:p>
              <a:pPr marL="0" indent="0" rtl="0" algn="l" defTabSz="914400" eaLnBrk="1" latinLnBrk="0" hangingPunct="1">
                <a:buFontTx/>
                <a:buNone/>
              </a:pPr>
              <a:endParaRPr lang="ko-KR" altLang="en-US" sz="1800">
                <a:latin typeface="Calibri" charset="0"/>
                <a:ea typeface="맑은 고딕" charset="0"/>
                <a:sym typeface="맑은 고딕" charset="0"/>
              </a:endParaRPr>
            </a:p>
          </p:txBody>
        </p:sp>
        <p:sp>
          <p:nvSpPr>
            <p:cNvPr id="32" name="텍스트 상자 41"/>
            <p:cNvSpPr txBox="1">
              <a:spLocks/>
            </p:cNvSpPr>
            <p:nvPr/>
          </p:nvSpPr>
          <p:spPr>
            <a:xfrm rot="0">
              <a:off x="5405120" y="5335905"/>
              <a:ext cx="3293110" cy="843915"/>
            </a:xfrm>
            <a:prstGeom prst="rect"/>
          </p:spPr>
          <p:txBody>
            <a:bodyPr wrap="square" lIns="50800" tIns="50800" rIns="50800" bIns="50800" vert="horz" anchor="ctr">
              <a:noAutofit/>
            </a:bodyPr>
            <a:lstStyle/>
            <a:p>
              <a:pPr marL="0" indent="0" rtl="0" algn="ctr" defTabSz="914400" eaLnBrk="1" latinLnBrk="0" hangingPunct="1">
                <a:buFontTx/>
                <a:buNone/>
              </a:pPr>
              <a:endParaRPr lang="ko-KR" altLang="en-US" sz="1800">
                <a:latin typeface="Calibri" charset="0"/>
                <a:ea typeface="맑은 고딕" charset="0"/>
                <a:sym typeface="맑은 고딕" charset="0"/>
              </a:endParaRPr>
            </a:p>
          </p:txBody>
        </p:sp>
      </p:grpSp>
      <p:grpSp>
        <p:nvGrpSpPr>
          <p:cNvPr id="33" name="그룹 45"/>
          <p:cNvGrpSpPr>
            <a:grpSpLocks/>
          </p:cNvGrpSpPr>
          <p:nvPr/>
        </p:nvGrpSpPr>
        <p:grpSpPr>
          <a:xfrm rot="0">
            <a:off x="14311630" y="5492750"/>
            <a:ext cx="2312035" cy="699135"/>
            <a:chOff x="14311630" y="5492750"/>
            <a:chExt cx="2312035" cy="699135"/>
          </a:xfrm>
        </p:grpSpPr>
        <p:sp>
          <p:nvSpPr>
            <p:cNvPr id="34" name="도형 43"/>
            <p:cNvSpPr>
              <a:spLocks/>
            </p:cNvSpPr>
            <p:nvPr/>
          </p:nvSpPr>
          <p:spPr>
            <a:xfrm rot="0">
              <a:off x="14311630" y="5492750"/>
              <a:ext cx="2312035" cy="699135"/>
            </a:xfrm>
            <a:custGeom>
              <a:gdLst>
                <a:gd fmla="*/ 91967 w 608719" name="TX0"/>
                <a:gd fmla="*/ 0 h 183934" name="TY0"/>
                <a:gd fmla="*/ 516751 w 608719" name="TX1"/>
                <a:gd fmla="*/ 0 h 183934" name="TY1"/>
                <a:gd fmla="*/ 581782 w 608719" name="TX2"/>
                <a:gd fmla="*/ 26936 h 183934" name="TY2"/>
                <a:gd fmla="*/ 608718 w 608719" name="TX3"/>
                <a:gd fmla="*/ 91967 h 183934" name="TY3"/>
                <a:gd fmla="*/ 608718 w 608719" name="TX4"/>
                <a:gd fmla="*/ 91967 h 183934" name="TY4"/>
                <a:gd fmla="*/ 581782 w 608719" name="TX5"/>
                <a:gd fmla="*/ 156997 h 183934" name="TY5"/>
                <a:gd fmla="*/ 516751 w 608719" name="TX6"/>
                <a:gd fmla="*/ 183933 h 183934" name="TY6"/>
                <a:gd fmla="*/ 91967 w 608719" name="TX7"/>
                <a:gd fmla="*/ 183933 h 183934" name="TY7"/>
                <a:gd fmla="*/ 26936 w 608719" name="TX8"/>
                <a:gd fmla="*/ 156997 h 183934" name="TY8"/>
                <a:gd fmla="*/ 0 w 608719" name="TX9"/>
                <a:gd fmla="*/ 91967 h 183934" name="TY9"/>
                <a:gd fmla="*/ 0 w 608719" name="TX10"/>
                <a:gd fmla="*/ 91967 h 183934" name="TY10"/>
                <a:gd fmla="*/ 26936 w 608719" name="TX11"/>
                <a:gd fmla="*/ 26936 h 183934" name="TY11"/>
                <a:gd fmla="*/ 91967 w 608719" name="TX12"/>
                <a:gd fmla="*/ 0 h 183934" name="TY12"/>
              </a:gdLst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  <a:cxn ang="0">
                  <a:pos x="TX7" y="TY7"/>
                </a:cxn>
                <a:cxn ang="0">
                  <a:pos x="TX8" y="TY8"/>
                </a:cxn>
                <a:cxn ang="0">
                  <a:pos x="TX9" y="TY9"/>
                </a:cxn>
                <a:cxn ang="0">
                  <a:pos x="TX10" y="TY10"/>
                </a:cxn>
                <a:cxn ang="0">
                  <a:pos x="TX11" y="TY11"/>
                </a:cxn>
                <a:cxn ang="0">
                  <a:pos x="TX12" y="TY12"/>
                </a:cxn>
              </a:cxnLst>
              <a:rect l="l" t="t" r="r" b="b"/>
              <a:pathLst>
                <a:path w="608719" h="183934">
                  <a:moveTo>
                    <a:pt x="91967" y="0"/>
                  </a:moveTo>
                  <a:lnTo>
                    <a:pt x="516751" y="0"/>
                  </a:lnTo>
                  <a:cubicBezTo>
                    <a:pt x="541143" y="0"/>
                    <a:pt x="564535" y="9689"/>
                    <a:pt x="581782" y="26936"/>
                  </a:cubicBezTo>
                  <a:cubicBezTo>
                    <a:pt x="599029" y="44184"/>
                    <a:pt x="608718" y="67576"/>
                    <a:pt x="608718" y="91967"/>
                  </a:cubicBezTo>
                  <a:lnTo>
                    <a:pt x="608718" y="91967"/>
                  </a:lnTo>
                  <a:cubicBezTo>
                    <a:pt x="608718" y="116358"/>
                    <a:pt x="599029" y="139750"/>
                    <a:pt x="581782" y="156997"/>
                  </a:cubicBezTo>
                  <a:cubicBezTo>
                    <a:pt x="564535" y="174244"/>
                    <a:pt x="541143" y="183933"/>
                    <a:pt x="516751" y="183933"/>
                  </a:cubicBezTo>
                  <a:lnTo>
                    <a:pt x="91967" y="183933"/>
                  </a:lnTo>
                  <a:cubicBezTo>
                    <a:pt x="67576" y="183933"/>
                    <a:pt x="44184" y="174244"/>
                    <a:pt x="26936" y="156997"/>
                  </a:cubicBezTo>
                  <a:cubicBezTo>
                    <a:pt x="9689" y="139750"/>
                    <a:pt x="0" y="116358"/>
                    <a:pt x="0" y="91967"/>
                  </a:cubicBezTo>
                  <a:lnTo>
                    <a:pt x="0" y="91967"/>
                  </a:lnTo>
                  <a:cubicBezTo>
                    <a:pt x="0" y="67576"/>
                    <a:pt x="9689" y="44184"/>
                    <a:pt x="26936" y="26936"/>
                  </a:cubicBezTo>
                  <a:cubicBezTo>
                    <a:pt x="44184" y="9689"/>
                    <a:pt x="67576" y="0"/>
                    <a:pt x="91967" y="0"/>
                  </a:cubicBezTo>
                  <a:close/>
                </a:path>
              </a:pathLst>
            </a:custGeom>
            <a:solidFill>
              <a:srgbClr val="090807"/>
            </a:solidFill>
          </p:spPr>
          <p:txBody>
            <a:bodyPr wrap="square" lIns="0" tIns="0" rIns="0" bIns="0" vert="horz" anchor="t">
              <a:noAutofit/>
            </a:bodyPr>
            <a:lstStyle/>
            <a:p>
              <a:pPr marL="0" indent="0" rtl="0" algn="l" defTabSz="914400" eaLnBrk="1" latinLnBrk="0" hangingPunct="1">
                <a:buFontTx/>
                <a:buNone/>
              </a:pPr>
              <a:endParaRPr lang="ko-KR" altLang="en-US" sz="1800">
                <a:latin typeface="Calibri" charset="0"/>
                <a:ea typeface="맑은 고딕" charset="0"/>
                <a:sym typeface="맑은 고딕" charset="0"/>
              </a:endParaRPr>
            </a:p>
          </p:txBody>
        </p:sp>
        <p:sp>
          <p:nvSpPr>
            <p:cNvPr id="35" name="텍스트 상자 44"/>
            <p:cNvSpPr txBox="1">
              <a:spLocks/>
            </p:cNvSpPr>
            <p:nvPr/>
          </p:nvSpPr>
          <p:spPr>
            <a:xfrm rot="0">
              <a:off x="14311630" y="5347970"/>
              <a:ext cx="2312035" cy="843915"/>
            </a:xfrm>
            <a:prstGeom prst="rect"/>
          </p:spPr>
          <p:txBody>
            <a:bodyPr wrap="square" lIns="50800" tIns="50800" rIns="50800" bIns="50800" vert="horz" anchor="ctr">
              <a:noAutofit/>
            </a:bodyPr>
            <a:lstStyle/>
            <a:p>
              <a:pPr marL="0" indent="0" rtl="0" algn="ctr" defTabSz="914400" eaLnBrk="1" latinLnBrk="0" hangingPunct="1">
                <a:buFontTx/>
                <a:buNone/>
              </a:pPr>
              <a:endParaRPr lang="ko-KR" altLang="en-US" sz="1800">
                <a:latin typeface="Calibri" charset="0"/>
                <a:ea typeface="맑은 고딕" charset="0"/>
                <a:sym typeface="맑은 고딕" charset="0"/>
              </a:endParaRPr>
            </a:p>
          </p:txBody>
        </p:sp>
      </p:grpSp>
      <p:sp>
        <p:nvSpPr>
          <p:cNvPr id="36" name="텍스트 상자 46"/>
          <p:cNvSpPr txBox="1">
            <a:spLocks/>
          </p:cNvSpPr>
          <p:nvPr/>
        </p:nvSpPr>
        <p:spPr>
          <a:xfrm rot="0">
            <a:off x="1856105" y="5594350"/>
            <a:ext cx="1931035" cy="442595"/>
          </a:xfrm>
          <a:prstGeom prst="rect"/>
        </p:spPr>
        <p:txBody>
          <a:bodyPr wrap="square" lIns="0" tIns="0" rIns="0" bIns="0" vert="horz" anchor="t">
            <a:sp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2495" b="1">
                <a:solidFill>
                  <a:srgbClr val="FEFBEE"/>
                </a:solidFill>
                <a:latin typeface="Source Han Sans KR Bold" charset="0"/>
                <a:ea typeface="Source Han Sans KR Bold" charset="0"/>
                <a:sym typeface="맑은 고딕" charset="0"/>
              </a:rPr>
              <a:t>음성 명령</a:t>
            </a:r>
            <a:endParaRPr lang="ko-KR" altLang="en-US" sz="2495" b="1">
              <a:solidFill>
                <a:srgbClr val="FEFBEE"/>
              </a:solidFill>
              <a:latin typeface="Source Han Sans KR Bold" charset="0"/>
              <a:ea typeface="Source Han Sans KR Bold" charset="0"/>
              <a:sym typeface="맑은 고딕" charset="0"/>
            </a:endParaRPr>
          </a:p>
        </p:txBody>
      </p:sp>
      <p:sp>
        <p:nvSpPr>
          <p:cNvPr id="37" name="텍스트 상자 47"/>
          <p:cNvSpPr txBox="1">
            <a:spLocks/>
          </p:cNvSpPr>
          <p:nvPr/>
        </p:nvSpPr>
        <p:spPr>
          <a:xfrm rot="0">
            <a:off x="10417810" y="5606415"/>
            <a:ext cx="2030095" cy="418465"/>
          </a:xfrm>
          <a:prstGeom prst="rect"/>
        </p:spPr>
        <p:txBody>
          <a:bodyPr wrap="square" lIns="0" tIns="0" rIns="0" bIns="0" vert="horz" anchor="t">
            <a:sp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2495" b="1">
                <a:solidFill>
                  <a:srgbClr val="FEFBEE"/>
                </a:solidFill>
                <a:latin typeface="Source Han Sans KR Bold" charset="0"/>
                <a:ea typeface="Source Han Sans KR Bold" charset="0"/>
                <a:sym typeface="맑은 고딕" charset="0"/>
              </a:rPr>
              <a:t>카메라 조정</a:t>
            </a:r>
            <a:endParaRPr lang="ko-KR" altLang="en-US" sz="2495" b="1">
              <a:solidFill>
                <a:srgbClr val="FEFBEE"/>
              </a:solidFill>
              <a:latin typeface="Source Han Sans KR Bold" charset="0"/>
              <a:ea typeface="Source Han Sans KR Bold" charset="0"/>
              <a:sym typeface="맑은 고딕" charset="0"/>
            </a:endParaRPr>
          </a:p>
        </p:txBody>
      </p:sp>
      <p:sp>
        <p:nvSpPr>
          <p:cNvPr id="38" name="텍스트 상자 48"/>
          <p:cNvSpPr txBox="1">
            <a:spLocks/>
          </p:cNvSpPr>
          <p:nvPr/>
        </p:nvSpPr>
        <p:spPr>
          <a:xfrm rot="0">
            <a:off x="5895340" y="5594350"/>
            <a:ext cx="2312035" cy="442595"/>
          </a:xfrm>
          <a:prstGeom prst="rect"/>
        </p:spPr>
        <p:txBody>
          <a:bodyPr wrap="square" lIns="0" tIns="0" rIns="0" bIns="0" vert="horz" anchor="t">
            <a:sp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2495" b="1">
                <a:solidFill>
                  <a:srgbClr val="FEFBEE"/>
                </a:solidFill>
                <a:latin typeface="Source Han Sans KR Bold" charset="0"/>
                <a:ea typeface="Source Han Sans KR Bold" charset="0"/>
                <a:sym typeface="맑은 고딕" charset="0"/>
              </a:rPr>
              <a:t>조명 밝기 조절</a:t>
            </a:r>
            <a:endParaRPr lang="ko-KR" altLang="en-US" sz="2495" b="1">
              <a:solidFill>
                <a:srgbClr val="FEFBEE"/>
              </a:solidFill>
              <a:latin typeface="Source Han Sans KR Bold" charset="0"/>
              <a:ea typeface="Source Han Sans KR Bold" charset="0"/>
              <a:sym typeface="맑은 고딕" charset="0"/>
            </a:endParaRPr>
          </a:p>
        </p:txBody>
      </p:sp>
      <p:sp>
        <p:nvSpPr>
          <p:cNvPr id="39" name="텍스트 상자 49"/>
          <p:cNvSpPr txBox="1">
            <a:spLocks/>
          </p:cNvSpPr>
          <p:nvPr/>
        </p:nvSpPr>
        <p:spPr>
          <a:xfrm rot="0">
            <a:off x="14634210" y="5630545"/>
            <a:ext cx="1784985" cy="418465"/>
          </a:xfrm>
          <a:prstGeom prst="rect"/>
        </p:spPr>
        <p:txBody>
          <a:bodyPr wrap="square" lIns="0" tIns="0" rIns="0" bIns="0" vert="horz" anchor="t">
            <a:sp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2495" b="1">
                <a:solidFill>
                  <a:srgbClr val="FEFBEE"/>
                </a:solidFill>
                <a:latin typeface="Source Han Sans KR Bold" charset="0"/>
                <a:ea typeface="Source Han Sans KR Bold" charset="0"/>
                <a:sym typeface="맑은 고딕" charset="0"/>
              </a:rPr>
              <a:t>로봇팔 제작</a:t>
            </a:r>
            <a:endParaRPr lang="ko-KR" altLang="en-US" sz="2495" b="1">
              <a:solidFill>
                <a:srgbClr val="FEFBEE"/>
              </a:solidFill>
              <a:latin typeface="Source Han Sans KR Bold" charset="0"/>
              <a:ea typeface="Source Han Sans KR Bold" charset="0"/>
              <a:sym typeface="맑은 고딕" charset="0"/>
            </a:endParaRPr>
          </a:p>
        </p:txBody>
      </p:sp>
      <p:sp>
        <p:nvSpPr>
          <p:cNvPr id="40" name="텍스트 상자 50"/>
          <p:cNvSpPr txBox="1">
            <a:spLocks/>
          </p:cNvSpPr>
          <p:nvPr/>
        </p:nvSpPr>
        <p:spPr>
          <a:xfrm rot="0">
            <a:off x="1006475" y="6626860"/>
            <a:ext cx="3629660" cy="1895475"/>
          </a:xfrm>
          <a:prstGeom prst="rect"/>
        </p:spPr>
        <p:txBody>
          <a:bodyPr wrap="square" lIns="0" tIns="0" rIns="0" bIns="0" vert="horz" anchor="t">
            <a:spAutoFit/>
          </a:bodyPr>
          <a:lstStyle/>
          <a:p>
            <a:pPr marL="342900" indent="-342900" rtl="0" algn="l" defTabSz="914400" eaLnBrk="1" latinLnBrk="0" hangingPunct="1">
              <a:buFont typeface="Arial"/>
              <a:buChar char="•"/>
            </a:pPr>
            <a:r>
              <a:rPr sz="2000">
                <a:solidFill>
                  <a:srgbClr val="090807"/>
                </a:solidFill>
                <a:latin typeface="Source Han Sans KR" charset="0"/>
                <a:ea typeface="Source Han Sans KR" charset="0"/>
                <a:sym typeface="맑은 고딕" charset="0"/>
              </a:rPr>
              <a:t>음성 명령을 통한 촬영 제어</a:t>
            </a:r>
            <a:endParaRPr lang="ko-KR" altLang="en-US" sz="2000">
              <a:solidFill>
                <a:srgbClr val="090807"/>
              </a:solidFill>
              <a:latin typeface="Source Han Sans KR" charset="0"/>
              <a:ea typeface="Source Han Sans KR" charset="0"/>
              <a:sym typeface="맑은 고딕" charset="0"/>
            </a:endParaRPr>
          </a:p>
          <a:p>
            <a:pPr marL="342900" indent="-342900" rtl="0" algn="l" defTabSz="914400" eaLnBrk="1" latinLnBrk="0" hangingPunct="1">
              <a:buFont typeface="Arial"/>
              <a:buChar char="•"/>
            </a:pPr>
            <a:r>
              <a:rPr sz="2000">
                <a:solidFill>
                  <a:srgbClr val="090807"/>
                </a:solidFill>
                <a:latin typeface="Source Han Sans KR" charset="0"/>
                <a:ea typeface="Source Han Sans KR" charset="0"/>
                <a:sym typeface="맑은 고딕" charset="0"/>
              </a:rPr>
              <a:t>타이머를 통한 촬영</a:t>
            </a:r>
            <a:endParaRPr lang="ko-KR" altLang="en-US" sz="2000">
              <a:solidFill>
                <a:srgbClr val="090807"/>
              </a:solidFill>
              <a:latin typeface="Source Han Sans KR" charset="0"/>
              <a:ea typeface="Source Han Sans KR" charset="0"/>
              <a:sym typeface="맑은 고딕" charset="0"/>
            </a:endParaRPr>
          </a:p>
          <a:p>
            <a:pPr marL="342900" indent="-342900" rtl="0" algn="l" defTabSz="914400" eaLnBrk="1" latinLnBrk="0" hangingPunct="1">
              <a:buFont typeface="Arial"/>
              <a:buChar char="•"/>
            </a:pPr>
            <a:r>
              <a:rPr sz="2000">
                <a:solidFill>
                  <a:srgbClr val="090807"/>
                </a:solidFill>
                <a:latin typeface="Source Han Sans KR" charset="0"/>
                <a:ea typeface="Source Han Sans KR" charset="0"/>
                <a:sym typeface="맑은 고딕" charset="0"/>
              </a:rPr>
              <a:t>N장 연속 촬영</a:t>
            </a:r>
            <a:endParaRPr lang="ko-KR" altLang="en-US" sz="2000">
              <a:solidFill>
                <a:srgbClr val="090807"/>
              </a:solidFill>
              <a:latin typeface="Source Han Sans KR" charset="0"/>
              <a:ea typeface="Source Han Sans KR" charset="0"/>
              <a:sym typeface="맑은 고딕" charset="0"/>
            </a:endParaRPr>
          </a:p>
          <a:p>
            <a:pPr marL="457200" indent="-457200" rtl="0" algn="l" defTabSz="914400" eaLnBrk="1" latinLnBrk="0" hangingPunct="1">
              <a:buFont typeface="Arial"/>
              <a:buChar char="•"/>
            </a:pPr>
            <a:endParaRPr lang="ko-KR" altLang="en-US" sz="2000">
              <a:solidFill>
                <a:srgbClr val="090807"/>
              </a:solidFill>
              <a:latin typeface="Source Han Sans KR" charset="0"/>
              <a:ea typeface="Source Han Sans KR" charset="0"/>
              <a:sym typeface="맑은 고딕" charset="0"/>
            </a:endParaRPr>
          </a:p>
          <a:p>
            <a:pPr marL="342900" indent="-342900" rtl="0" algn="l" defTabSz="914400" eaLnBrk="1" latinLnBrk="0" hangingPunct="1">
              <a:buFont typeface="Arial"/>
              <a:buChar char="•"/>
            </a:pPr>
            <a:endParaRPr lang="ko-KR" altLang="en-US" sz="2000">
              <a:solidFill>
                <a:srgbClr val="090807"/>
              </a:solidFill>
              <a:latin typeface="Source Han Sans KR" charset="0"/>
              <a:ea typeface="Source Han Sans KR" charset="0"/>
              <a:sym typeface="맑은 고딕" charset="0"/>
            </a:endParaRPr>
          </a:p>
        </p:txBody>
      </p:sp>
      <p:sp>
        <p:nvSpPr>
          <p:cNvPr id="41" name="텍스트 상자 51"/>
          <p:cNvSpPr txBox="1">
            <a:spLocks/>
          </p:cNvSpPr>
          <p:nvPr/>
        </p:nvSpPr>
        <p:spPr>
          <a:xfrm rot="0">
            <a:off x="5236845" y="6626860"/>
            <a:ext cx="3629660" cy="354330"/>
          </a:xfrm>
          <a:prstGeom prst="rect"/>
        </p:spPr>
        <p:txBody>
          <a:bodyPr wrap="square" lIns="0" tIns="0" rIns="0" bIns="0" vert="horz" anchor="t">
            <a:spAutoFit/>
          </a:bodyPr>
          <a:lstStyle/>
          <a:p>
            <a:pPr marL="342900" indent="-342900" rtl="0" algn="ctr" defTabSz="914400" eaLnBrk="1" latinLnBrk="0" hangingPunct="1">
              <a:buFont typeface="Arial"/>
              <a:buChar char="•"/>
            </a:pPr>
            <a:r>
              <a:rPr sz="2000">
                <a:solidFill>
                  <a:srgbClr val="090807"/>
                </a:solidFill>
                <a:latin typeface="Source Han Sans KR" charset="0"/>
                <a:ea typeface="Source Han Sans KR" charset="0"/>
                <a:sym typeface="맑은 고딕" charset="0"/>
              </a:rPr>
              <a:t>단계별 조명 밝기 제어</a:t>
            </a:r>
            <a:endParaRPr lang="ko-KR" altLang="en-US" sz="2000">
              <a:solidFill>
                <a:srgbClr val="090807"/>
              </a:solidFill>
              <a:latin typeface="Source Han Sans KR" charset="0"/>
              <a:ea typeface="Source Han Sans KR" charset="0"/>
              <a:sym typeface="맑은 고딕" charset="0"/>
            </a:endParaRPr>
          </a:p>
        </p:txBody>
      </p:sp>
      <p:sp>
        <p:nvSpPr>
          <p:cNvPr id="42" name="텍스트 상자 52"/>
          <p:cNvSpPr txBox="1">
            <a:spLocks/>
          </p:cNvSpPr>
          <p:nvPr/>
        </p:nvSpPr>
        <p:spPr>
          <a:xfrm rot="0">
            <a:off x="10024110" y="6677660"/>
            <a:ext cx="3629660" cy="741680"/>
          </a:xfrm>
          <a:prstGeom prst="rect"/>
        </p:spPr>
        <p:txBody>
          <a:bodyPr wrap="square" lIns="0" tIns="0" rIns="0" bIns="0" vert="horz" anchor="t">
            <a:spAutoFit/>
          </a:bodyPr>
          <a:lstStyle/>
          <a:p>
            <a:pPr marL="342900" indent="-342900" rtl="0" algn="l" defTabSz="914400" eaLnBrk="1" latinLnBrk="0" hangingPunct="1">
              <a:buFont typeface="Arial"/>
              <a:buChar char="•"/>
            </a:pPr>
            <a:r>
              <a:rPr sz="2000">
                <a:solidFill>
                  <a:srgbClr val="090807"/>
                </a:solidFill>
                <a:latin typeface="Source Han Sans KR" charset="0"/>
                <a:ea typeface="Source Han Sans KR" charset="0"/>
                <a:sym typeface="맑은 고딕" charset="0"/>
              </a:rPr>
              <a:t>얼굴 화면 중앙 유지</a:t>
            </a:r>
            <a:endParaRPr lang="ko-KR" altLang="en-US" sz="2000">
              <a:solidFill>
                <a:srgbClr val="090807"/>
              </a:solidFill>
              <a:latin typeface="Source Han Sans KR" charset="0"/>
              <a:ea typeface="Source Han Sans KR" charset="0"/>
              <a:sym typeface="맑은 고딕" charset="0"/>
            </a:endParaRPr>
          </a:p>
          <a:p>
            <a:pPr marL="342900" indent="-342900" rtl="0" algn="l" defTabSz="914400" eaLnBrk="1" latinLnBrk="0" hangingPunct="1">
              <a:buFont typeface="Arial"/>
              <a:buChar char="•"/>
            </a:pPr>
            <a:endParaRPr lang="ko-KR" altLang="en-US" sz="2000">
              <a:solidFill>
                <a:srgbClr val="090807"/>
              </a:solidFill>
              <a:latin typeface="Source Han Sans KR" charset="0"/>
              <a:ea typeface="Source Han Sans KR" charset="0"/>
              <a:sym typeface="맑은 고딕" charset="0"/>
            </a:endParaRPr>
          </a:p>
        </p:txBody>
      </p:sp>
      <p:sp>
        <p:nvSpPr>
          <p:cNvPr id="43" name="텍스트 상자 53"/>
          <p:cNvSpPr txBox="1">
            <a:spLocks/>
          </p:cNvSpPr>
          <p:nvPr/>
        </p:nvSpPr>
        <p:spPr>
          <a:xfrm rot="0">
            <a:off x="13652500" y="6638925"/>
            <a:ext cx="3629660" cy="741680"/>
          </a:xfrm>
          <a:prstGeom prst="rect"/>
        </p:spPr>
        <p:txBody>
          <a:bodyPr wrap="square" lIns="0" tIns="0" rIns="0" bIns="0" vert="horz" anchor="t">
            <a:spAutoFit/>
          </a:bodyPr>
          <a:lstStyle/>
          <a:p>
            <a:pPr marL="342900" indent="-342900" rtl="0" algn="l" defTabSz="914400" eaLnBrk="1" latinLnBrk="0" hangingPunct="1">
              <a:buFont typeface="Arial"/>
              <a:buChar char="•"/>
            </a:pPr>
            <a:r>
              <a:rPr sz="2000">
                <a:solidFill>
                  <a:srgbClr val="090807"/>
                </a:solidFill>
                <a:latin typeface="Source Han Sans KR" charset="0"/>
                <a:ea typeface="Source Han Sans KR" charset="0"/>
                <a:sym typeface="맑은 고딕" charset="0"/>
              </a:rPr>
              <a:t>사용자의 움직임에 맞게 회전 및 이동</a:t>
            </a:r>
            <a:endParaRPr lang="ko-KR" altLang="en-US" sz="2000">
              <a:solidFill>
                <a:srgbClr val="090807"/>
              </a:solidFill>
              <a:latin typeface="Source Han Sans KR" charset="0"/>
              <a:ea typeface="Source Han Sans KR" charset="0"/>
              <a:sym typeface="맑은 고딕" charset="0"/>
            </a:endParaRPr>
          </a:p>
        </p:txBody>
      </p:sp>
      <p:pic>
        <p:nvPicPr>
          <p:cNvPr id="44" name="그림 54" descr="C:/Users/user/AppData/Roaming/PolarisOffice/ETemp/2872_20316408/fImage2376826341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877560" y="2999105"/>
            <a:ext cx="2160905" cy="2160905"/>
          </a:xfrm>
          <a:prstGeom prst="rect"/>
          <a:noFill/>
        </p:spPr>
      </p:pic>
      <p:pic>
        <p:nvPicPr>
          <p:cNvPr id="45" name="그림 55" descr="C:/Users/user/AppData/Roaming/PolarisOffice/ETemp/2872_20316408/fImage133622648467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856105" y="3068955"/>
            <a:ext cx="2160905" cy="2160905"/>
          </a:xfrm>
          <a:prstGeom prst="rect"/>
          <a:noFill/>
        </p:spPr>
      </p:pic>
      <p:pic>
        <p:nvPicPr>
          <p:cNvPr id="46" name="그림 56" descr="C:/Users/user/AppData/Roaming/PolarisOffice/ETemp/2872_20316408/fImage180492656334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0417810" y="3007360"/>
            <a:ext cx="2160905" cy="2160905"/>
          </a:xfrm>
          <a:prstGeom prst="rect"/>
          <a:noFill/>
        </p:spPr>
      </p:pic>
      <p:pic>
        <p:nvPicPr>
          <p:cNvPr id="47" name="그림 57" descr="C:/Users/user/AppData/Roaming/PolarisOffice/ETemp/2872_20316408/fImage154002666500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4387195" y="3035935"/>
            <a:ext cx="2160905" cy="2160905"/>
          </a:xfrm>
          <a:prstGeom prst="rect"/>
          <a:noFill/>
        </p:spPr>
      </p:pic>
      <p:sp>
        <p:nvSpPr>
          <p:cNvPr id="48" name="도형 58"/>
          <p:cNvSpPr>
            <a:spLocks/>
          </p:cNvSpPr>
          <p:nvPr/>
        </p:nvSpPr>
        <p:spPr>
          <a:xfrm rot="0">
            <a:off x="9772015" y="2991485"/>
            <a:ext cx="7315200" cy="4711065"/>
          </a:xfrm>
          <a:prstGeom prst="frame">
            <a:avLst>
              <a:gd name="adj1" fmla="val 910"/>
            </a:avLst>
          </a:prstGeom>
          <a:solidFill>
            <a:srgbClr val="FF0000"/>
          </a:solidFill>
          <a:ln w="254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FEF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>
            <a:spLocks/>
          </p:cNvSpPr>
          <p:nvPr/>
        </p:nvSpPr>
        <p:spPr>
          <a:xfrm rot="0">
            <a:off x="963295" y="478790"/>
            <a:ext cx="3267710" cy="795020"/>
          </a:xfrm>
          <a:prstGeom prst="rect"/>
        </p:spPr>
        <p:txBody>
          <a:bodyPr wrap="square" lIns="0" tIns="0" rIns="0" bIns="0" numCol="1" vert="horz" anchor="t">
            <a:spAutoFit/>
          </a:bodyPr>
          <a:lstStyle/>
          <a:p>
            <a:pPr marL="0" indent="0" rtl="0" defTabSz="914400" eaLnBrk="1" latinLnBrk="0" hangingPunct="1">
              <a:lnSpc>
                <a:spcPts val="7426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lang="en-US" sz="2495" b="1">
                <a:solidFill>
                  <a:srgbClr val="090807"/>
                </a:solidFill>
                <a:latin typeface="Source Han Sans KR Bold" charset="0"/>
                <a:ea typeface="Source Han Sans KR Bold" charset="0"/>
                <a:cs typeface="Source Han Sans KR Bold" charset="0"/>
              </a:rPr>
              <a:t>01 </a:t>
            </a:r>
            <a:r>
              <a:rPr lang="ko-KR" altLang="en-US" sz="2495" cap="none" i="0" b="1" strike="noStrike">
                <a:solidFill>
                  <a:srgbClr val="090807"/>
                </a:solidFill>
                <a:latin typeface="Raleway Bold" charset="0"/>
                <a:ea typeface="Raleway Bold" charset="0"/>
                <a:cs typeface="Raleway Bold" charset="0"/>
              </a:rPr>
              <a:t>상세기능</a:t>
            </a:r>
            <a:endParaRPr lang="ko-KR" altLang="en-US" sz="2495" cap="none" i="0" b="1" strike="noStrike">
              <a:solidFill>
                <a:srgbClr val="090807"/>
              </a:solidFill>
              <a:latin typeface="Raleway Bold" charset="0"/>
              <a:ea typeface="Raleway Bold" charset="0"/>
              <a:cs typeface="Raleway Bold" charset="0"/>
            </a:endParaRPr>
          </a:p>
        </p:txBody>
      </p:sp>
      <p:sp>
        <p:nvSpPr>
          <p:cNvPr id="15" name="TextBox 15"/>
          <p:cNvSpPr txBox="1">
            <a:spLocks/>
          </p:cNvSpPr>
          <p:nvPr/>
        </p:nvSpPr>
        <p:spPr>
          <a:xfrm rot="0">
            <a:off x="1346200" y="4756150"/>
            <a:ext cx="7837805" cy="1143635"/>
          </a:xfrm>
          <a:prstGeom prst="rect"/>
        </p:spPr>
        <p:txBody>
          <a:bodyPr wrap="square" lIns="0" tIns="0" rIns="0" bIns="0" numCol="1" vert="horz" anchor="t">
            <a:spAutoFit/>
          </a:bodyPr>
          <a:lstStyle/>
          <a:p>
            <a:pPr marL="0" indent="0" algn="l">
              <a:lnSpc>
                <a:spcPts val="3000"/>
              </a:lnSpc>
              <a:buFontTx/>
              <a:buNone/>
              <a:defRPr/>
            </a:pPr>
            <a:r>
              <a:rPr lang="ko-KR" altLang="en-US" sz="2800" b="1">
                <a:solidFill>
                  <a:srgbClr val="090807"/>
                </a:solidFill>
                <a:latin typeface="Source Han Sans KR" charset="0"/>
                <a:ea typeface="Source Han Sans KR" charset="0"/>
                <a:cs typeface="Source Han Sans KR" charset="0"/>
              </a:rPr>
              <a:t>카메라가 </a:t>
            </a:r>
            <a:r>
              <a:rPr lang="ko-KR" altLang="en-US" sz="2800" b="1">
                <a:solidFill>
                  <a:srgbClr val="090807"/>
                </a:solidFill>
                <a:latin typeface="Source Han Sans KR" charset="0"/>
                <a:ea typeface="Source Han Sans KR" charset="0"/>
                <a:cs typeface="Source Han Sans KR" charset="0"/>
              </a:rPr>
              <a:t>이용자의 위치를 파악하</a:t>
            </a:r>
            <a:r>
              <a:rPr lang="ko-KR" altLang="en-US" sz="2800" b="1">
                <a:solidFill>
                  <a:srgbClr val="090807"/>
                </a:solidFill>
                <a:latin typeface="Source Han Sans KR" charset="0"/>
                <a:ea typeface="Source Han Sans KR" charset="0"/>
                <a:cs typeface="Source Han Sans KR" charset="0"/>
              </a:rPr>
              <a:t>고,</a:t>
            </a:r>
            <a:endParaRPr lang="ko-KR" altLang="en-US" sz="2800" b="1">
              <a:solidFill>
                <a:srgbClr val="090807"/>
              </a:solidFill>
              <a:latin typeface="Source Han Sans KR" charset="0"/>
              <a:ea typeface="Source Han Sans KR" charset="0"/>
              <a:cs typeface="Source Han Sans KR" charset="0"/>
            </a:endParaRPr>
          </a:p>
          <a:p>
            <a:pPr marL="0" indent="0" algn="l">
              <a:lnSpc>
                <a:spcPts val="3000"/>
              </a:lnSpc>
              <a:buFontTx/>
              <a:buNone/>
              <a:defRPr/>
            </a:pPr>
            <a:endParaRPr lang="ko-KR" altLang="en-US" sz="2800" b="1">
              <a:solidFill>
                <a:srgbClr val="090807"/>
              </a:solidFill>
              <a:latin typeface="Source Han Sans KR" charset="0"/>
              <a:ea typeface="Source Han Sans KR" charset="0"/>
              <a:cs typeface="Source Han Sans KR" charset="0"/>
            </a:endParaRPr>
          </a:p>
          <a:p>
            <a:pPr marL="0" indent="0" algn="l">
              <a:lnSpc>
                <a:spcPts val="3000"/>
              </a:lnSpc>
              <a:buFontTx/>
              <a:buNone/>
              <a:defRPr/>
            </a:pPr>
            <a:r>
              <a:rPr lang="ko-KR" altLang="en-US" sz="2800" b="1">
                <a:solidFill>
                  <a:srgbClr val="090807"/>
                </a:solidFill>
                <a:latin typeface="Source Han Sans KR" charset="0"/>
                <a:ea typeface="Source Han Sans KR" charset="0"/>
                <a:cs typeface="Source Han Sans KR" charset="0"/>
              </a:rPr>
              <a:t>로봇팔을 이</a:t>
            </a:r>
            <a:r>
              <a:rPr lang="ko-KR" altLang="en-US" sz="2800" b="1">
                <a:solidFill>
                  <a:srgbClr val="090807"/>
                </a:solidFill>
                <a:latin typeface="Source Han Sans KR" charset="0"/>
                <a:ea typeface="Source Han Sans KR" charset="0"/>
                <a:cs typeface="Source Han Sans KR" charset="0"/>
              </a:rPr>
              <a:t>동시켜 </a:t>
            </a:r>
            <a:r>
              <a:rPr lang="ko-KR" altLang="en-US" sz="2800" b="1">
                <a:solidFill>
                  <a:srgbClr val="090807"/>
                </a:solidFill>
                <a:latin typeface="Source Han Sans KR" charset="0"/>
                <a:ea typeface="Source Han Sans KR" charset="0"/>
                <a:cs typeface="Source Han Sans KR" charset="0"/>
              </a:rPr>
              <a:t>얼굴을 추적할 수 있도록 함.</a:t>
            </a:r>
            <a:endParaRPr lang="ko-KR" altLang="en-US" sz="2800" b="1">
              <a:solidFill>
                <a:srgbClr val="090807"/>
              </a:solidFill>
              <a:latin typeface="Source Han Sans KR" charset="0"/>
              <a:ea typeface="Source Han Sans KR" charset="0"/>
              <a:cs typeface="Source Han Sans KR" charset="0"/>
            </a:endParaRPr>
          </a:p>
        </p:txBody>
      </p:sp>
      <p:grpSp>
        <p:nvGrpSpPr>
          <p:cNvPr id="31" name="그룹 68"/>
          <p:cNvGrpSpPr>
            <a:grpSpLocks/>
          </p:cNvGrpSpPr>
          <p:nvPr/>
        </p:nvGrpSpPr>
        <p:grpSpPr>
          <a:xfrm rot="0">
            <a:off x="1355725" y="2851150"/>
            <a:ext cx="5922010" cy="699135"/>
            <a:chOff x="1355725" y="2851150"/>
            <a:chExt cx="5922010" cy="699135"/>
          </a:xfrm>
        </p:grpSpPr>
        <p:grpSp>
          <p:nvGrpSpPr>
            <p:cNvPr id="11" name="Group 11"/>
            <p:cNvGrpSpPr/>
            <p:nvPr/>
          </p:nvGrpSpPr>
          <p:grpSpPr>
            <a:xfrm>
              <a:off x="1355725" y="2851150"/>
              <a:ext cx="5921375" cy="698500"/>
              <a:chOff x="1355725" y="2851150"/>
              <a:chExt cx="5921375" cy="698500"/>
            </a:xfrm>
          </p:grpSpPr>
          <p:sp>
            <p:nvSpPr>
              <p:cNvPr id="12" name="Freeform 12"/>
              <p:cNvSpPr>
                <a:spLocks/>
              </p:cNvSpPr>
              <p:nvPr/>
            </p:nvSpPr>
            <p:spPr>
              <a:xfrm rot="0">
                <a:off x="1355725" y="2851150"/>
                <a:ext cx="5922010" cy="699135"/>
              </a:xfrm>
              <a:custGeom>
                <a:gdLst>
                  <a:gd fmla="*/ 91967 w 592059" name="TX0"/>
                  <a:gd fmla="*/ 0 h 183934" name="TY0"/>
                  <a:gd fmla="*/ 500091 w 592059" name="TX1"/>
                  <a:gd fmla="*/ 0 h 183934" name="TY1"/>
                  <a:gd fmla="*/ 565122 w 592059" name="TX2"/>
                  <a:gd fmla="*/ 26936 h 183934" name="TY2"/>
                  <a:gd fmla="*/ 592058 w 592059" name="TX3"/>
                  <a:gd fmla="*/ 91967 h 183934" name="TY3"/>
                  <a:gd fmla="*/ 592058 w 592059" name="TX4"/>
                  <a:gd fmla="*/ 91967 h 183934" name="TY4"/>
                  <a:gd fmla="*/ 565122 w 592059" name="TX5"/>
                  <a:gd fmla="*/ 156997 h 183934" name="TY5"/>
                  <a:gd fmla="*/ 500091 w 592059" name="TX6"/>
                  <a:gd fmla="*/ 183933 h 183934" name="TY6"/>
                  <a:gd fmla="*/ 91967 w 592059" name="TX7"/>
                  <a:gd fmla="*/ 183933 h 183934" name="TY7"/>
                  <a:gd fmla="*/ 26936 w 592059" name="TX8"/>
                  <a:gd fmla="*/ 156997 h 183934" name="TY8"/>
                  <a:gd fmla="*/ 0 w 592059" name="TX9"/>
                  <a:gd fmla="*/ 91967 h 183934" name="TY9"/>
                  <a:gd fmla="*/ 0 w 592059" name="TX10"/>
                  <a:gd fmla="*/ 91967 h 183934" name="TY10"/>
                  <a:gd fmla="*/ 26936 w 592059" name="TX11"/>
                  <a:gd fmla="*/ 26936 h 183934" name="TY11"/>
                  <a:gd fmla="*/ 91967 w 592059" name="TX12"/>
                  <a:gd fmla="*/ 0 h 183934" name="TY12"/>
                </a:gdLst>
                <a:cxnLst>
                  <a:cxn ang="0">
                    <a:pos x="TX0" y="TY0"/>
                  </a:cxn>
                  <a:cxn ang="0">
                    <a:pos x="TX1" y="TY1"/>
                  </a:cxn>
                  <a:cxn ang="0">
                    <a:pos x="TX2" y="TY2"/>
                  </a:cxn>
                  <a:cxn ang="0">
                    <a:pos x="TX3" y="TY3"/>
                  </a:cxn>
                  <a:cxn ang="0">
                    <a:pos x="TX4" y="TY4"/>
                  </a:cxn>
                  <a:cxn ang="0">
                    <a:pos x="TX5" y="TY5"/>
                  </a:cxn>
                  <a:cxn ang="0">
                    <a:pos x="TX6" y="TY6"/>
                  </a:cxn>
                  <a:cxn ang="0">
                    <a:pos x="TX7" y="TY7"/>
                  </a:cxn>
                  <a:cxn ang="0">
                    <a:pos x="TX8" y="TY8"/>
                  </a:cxn>
                  <a:cxn ang="0">
                    <a:pos x="TX9" y="TY9"/>
                  </a:cxn>
                  <a:cxn ang="0">
                    <a:pos x="TX10" y="TY10"/>
                  </a:cxn>
                  <a:cxn ang="0">
                    <a:pos x="TX11" y="TY11"/>
                  </a:cxn>
                  <a:cxn ang="0">
                    <a:pos x="TX12" y="TY12"/>
                  </a:cxn>
                </a:cxnLst>
                <a:rect l="l" t="t" r="r" b="b"/>
                <a:pathLst>
                  <a:path w="592059" h="183934">
                    <a:moveTo>
                      <a:pt x="91967" y="0"/>
                    </a:moveTo>
                    <a:lnTo>
                      <a:pt x="500091" y="0"/>
                    </a:lnTo>
                    <a:cubicBezTo>
                      <a:pt x="524483" y="0"/>
                      <a:pt x="547875" y="9689"/>
                      <a:pt x="565122" y="26936"/>
                    </a:cubicBezTo>
                    <a:cubicBezTo>
                      <a:pt x="582369" y="44184"/>
                      <a:pt x="592058" y="67576"/>
                      <a:pt x="592058" y="91967"/>
                    </a:cubicBezTo>
                    <a:lnTo>
                      <a:pt x="592058" y="91967"/>
                    </a:lnTo>
                    <a:cubicBezTo>
                      <a:pt x="592058" y="116358"/>
                      <a:pt x="582369" y="139750"/>
                      <a:pt x="565122" y="156997"/>
                    </a:cubicBezTo>
                    <a:cubicBezTo>
                      <a:pt x="547875" y="174244"/>
                      <a:pt x="524483" y="183933"/>
                      <a:pt x="500091" y="183933"/>
                    </a:cubicBezTo>
                    <a:lnTo>
                      <a:pt x="91967" y="183933"/>
                    </a:lnTo>
                    <a:cubicBezTo>
                      <a:pt x="67576" y="183933"/>
                      <a:pt x="44184" y="174244"/>
                      <a:pt x="26936" y="156997"/>
                    </a:cubicBezTo>
                    <a:cubicBezTo>
                      <a:pt x="9689" y="139750"/>
                      <a:pt x="0" y="116358"/>
                      <a:pt x="0" y="91967"/>
                    </a:cubicBezTo>
                    <a:lnTo>
                      <a:pt x="0" y="91967"/>
                    </a:lnTo>
                    <a:cubicBezTo>
                      <a:pt x="0" y="67576"/>
                      <a:pt x="9689" y="44184"/>
                      <a:pt x="26936" y="26936"/>
                    </a:cubicBezTo>
                    <a:cubicBezTo>
                      <a:pt x="44184" y="9689"/>
                      <a:pt x="67576" y="0"/>
                      <a:pt x="91967" y="0"/>
                    </a:cubicBezTo>
                    <a:close/>
                  </a:path>
                </a:pathLst>
              </a:custGeom>
              <a:solidFill>
                <a:srgbClr val="090807"/>
              </a:solidFill>
            </p:spPr>
            <p:txBody>
              <a:bodyPr wrap="square" lIns="91440" tIns="45720" rIns="91440" bIns="45720" numCol="1" vert="horz" anchor="t">
                <a:noAutofit/>
              </a:bodyPr>
              <a:lstStyle/>
              <a:p>
                <a:pPr marL="0" indent="0">
                  <a:buFontTx/>
                  <a:buNone/>
                </a:pPr>
                <a:endParaRPr lang="ko-KR" altLang="en-US"/>
              </a:p>
            </p:txBody>
          </p:sp>
          <p:sp>
            <p:nvSpPr>
              <p:cNvPr id="13" name="TextBox 13"/>
              <p:cNvSpPr txBox="1">
                <a:spLocks/>
              </p:cNvSpPr>
              <p:nvPr/>
            </p:nvSpPr>
            <p:spPr>
              <a:xfrm rot="0">
                <a:off x="1355725" y="2706370"/>
                <a:ext cx="5922010" cy="843915"/>
              </a:xfrm>
              <a:prstGeom prst="rect"/>
            </p:spPr>
            <p:txBody>
              <a:bodyPr wrap="square" lIns="50800" tIns="50800" rIns="50800" bIns="50800" numCol="1" vert="horz" anchor="ctr">
                <a:noAutofit/>
              </a:bodyPr>
              <a:lstStyle/>
              <a:p>
                <a:pPr marL="0" indent="0" algn="ctr">
                  <a:lnSpc>
                    <a:spcPts val="3079"/>
                  </a:lnSpc>
                  <a:buFontTx/>
                  <a:buNone/>
                </a:pPr>
                <a:endParaRPr lang="ko-KR" altLang="en-US"/>
              </a:p>
            </p:txBody>
          </p:sp>
        </p:grpSp>
        <p:sp>
          <p:nvSpPr>
            <p:cNvPr id="17" name="TextBox 17"/>
            <p:cNvSpPr txBox="1">
              <a:spLocks/>
            </p:cNvSpPr>
            <p:nvPr/>
          </p:nvSpPr>
          <p:spPr>
            <a:xfrm rot="0">
              <a:off x="1659255" y="2990215"/>
              <a:ext cx="5314315" cy="444500"/>
            </a:xfrm>
            <a:prstGeom prst="rect"/>
          </p:spPr>
          <p:txBody>
            <a:bodyPr wrap="square" lIns="0" tIns="0" rIns="0" bIns="0" numCol="1" vert="horz" anchor="t">
              <a:spAutoFit/>
            </a:bodyPr>
            <a:lstStyle/>
            <a:p>
              <a:pPr marL="0" indent="0" algn="ctr">
                <a:lnSpc>
                  <a:spcPts val="3499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ko-KR" altLang="en-US" sz="2495" b="1">
                  <a:solidFill>
                    <a:srgbClr val="FEFBEE"/>
                  </a:solidFill>
                  <a:latin typeface="Source Han Sans KR Bold" charset="0"/>
                  <a:ea typeface="Source Han Sans KR Bold" charset="0"/>
                  <a:cs typeface="Source Han Sans KR Bold" charset="0"/>
                </a:rPr>
                <a:t>이용자 </a:t>
              </a:r>
              <a:r>
                <a:rPr lang="ko-KR" altLang="en-US" sz="2495" b="1">
                  <a:solidFill>
                    <a:srgbClr val="FEFBEE"/>
                  </a:solidFill>
                  <a:latin typeface="Source Han Sans KR Bold" charset="0"/>
                  <a:ea typeface="Source Han Sans KR Bold" charset="0"/>
                  <a:cs typeface="Source Han Sans KR Bold" charset="0"/>
                </a:rPr>
                <a:t>위치에 따른 </a:t>
              </a:r>
              <a:r>
                <a:rPr lang="ko-KR" altLang="en-US" sz="2495" b="1">
                  <a:solidFill>
                    <a:srgbClr val="FEFBEE"/>
                  </a:solidFill>
                  <a:latin typeface="Source Han Sans KR Bold" charset="0"/>
                  <a:ea typeface="Source Han Sans KR Bold" charset="0"/>
                  <a:cs typeface="Source Han Sans KR Bold" charset="0"/>
                </a:rPr>
                <a:t>카메라</a:t>
              </a:r>
              <a:r>
                <a:rPr lang="ko-KR" altLang="en-US" sz="2495" b="1">
                  <a:solidFill>
                    <a:srgbClr val="FEFBEE"/>
                  </a:solidFill>
                  <a:latin typeface="Source Han Sans KR Bold" charset="0"/>
                  <a:ea typeface="Source Han Sans KR Bold" charset="0"/>
                  <a:cs typeface="Source Han Sans KR Bold" charset="0"/>
                </a:rPr>
                <a:t> 이동</a:t>
              </a:r>
              <a:endParaRPr lang="ko-KR" altLang="en-US" sz="2495" b="1">
                <a:solidFill>
                  <a:srgbClr val="FEFBEE"/>
                </a:solidFill>
                <a:latin typeface="Source Han Sans KR Bold" charset="0"/>
                <a:ea typeface="Source Han Sans KR Bold" charset="0"/>
                <a:cs typeface="Source Han Sans KR Bold" charset="0"/>
              </a:endParaRP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2595860" y="2675890"/>
            <a:ext cx="1115695" cy="30543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2520"/>
              </a:lnSpc>
              <a:spcBef>
                <a:spcPct val="0"/>
              </a:spcBef>
              <a:defRPr/>
            </a:pPr>
            <a:endParaRPr lang="en-US" sz="1800" b="1">
              <a:solidFill>
                <a:srgbClr val="090807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pic>
        <p:nvPicPr>
          <p:cNvPr id="21" name="그림 20" descr="C:/Users/user/AppData/Roaming/PolarisOffice/ETemp/2872_20316408/image2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0246360" y="2821940"/>
            <a:ext cx="1359535" cy="1360170"/>
          </a:xfrm>
          <a:prstGeom prst="rect"/>
          <a:noFill/>
        </p:spPr>
      </p:pic>
      <p:cxnSp>
        <p:nvCxnSpPr>
          <p:cNvPr id="23" name="직선 화살표 연결선 22"/>
          <p:cNvCxnSpPr/>
          <p:nvPr/>
        </p:nvCxnSpPr>
        <p:spPr>
          <a:xfrm rot="0" flipH="1" flipV="1">
            <a:off x="11057890" y="4877435"/>
            <a:ext cx="780415" cy="1358265"/>
          </a:xfrm>
          <a:prstGeom prst="straightConnector1"/>
          <a:ln w="76200" cap="flat" cmpd="sng">
            <a:solidFill>
              <a:schemeClr val="tx1">
                <a:alpha val="100000"/>
              </a:schemeClr>
            </a:solidFill>
            <a:prstDash val="soli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그림 21" descr="C:/Users/user/AppData/Roaming/PolarisOffice/ETemp/2872_20316408/image2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2167235" y="2820670"/>
            <a:ext cx="1359535" cy="1360170"/>
          </a:xfrm>
          <a:prstGeom prst="rect"/>
          <a:noFill/>
        </p:spPr>
      </p:pic>
      <p:pic>
        <p:nvPicPr>
          <p:cNvPr id="26" name="그림 22" descr="C:/Users/user/AppData/Roaming/PolarisOffice/ETemp/2872_20316408/image2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4077315" y="2820670"/>
            <a:ext cx="1359535" cy="1360170"/>
          </a:xfrm>
          <a:prstGeom prst="rect"/>
          <a:noFill/>
        </p:spPr>
      </p:pic>
      <p:cxnSp>
        <p:nvCxnSpPr>
          <p:cNvPr id="27" name="도형 23"/>
          <p:cNvCxnSpPr/>
          <p:nvPr/>
        </p:nvCxnSpPr>
        <p:spPr>
          <a:xfrm rot="0" flipV="1">
            <a:off x="13964920" y="4817110"/>
            <a:ext cx="742315" cy="1412240"/>
          </a:xfrm>
          <a:prstGeom prst="straightConnector1"/>
          <a:ln w="76200" cap="flat" cmpd="sng">
            <a:solidFill>
              <a:schemeClr val="tx1">
                <a:alpha val="100000"/>
              </a:schemeClr>
            </a:solidFill>
            <a:prstDash val="soli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도형 24"/>
          <p:cNvCxnSpPr/>
          <p:nvPr/>
        </p:nvCxnSpPr>
        <p:spPr>
          <a:xfrm rot="0" flipV="1">
            <a:off x="12893040" y="4805045"/>
            <a:ext cx="13970" cy="1435100"/>
          </a:xfrm>
          <a:prstGeom prst="straightConnector1"/>
          <a:ln w="76200" cap="flat" cmpd="sng">
            <a:solidFill>
              <a:schemeClr val="tx1">
                <a:alpha val="100000"/>
              </a:schemeClr>
            </a:solidFill>
            <a:prstDash val="soli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그림 25" descr="C:/Users/user/AppData/Roaming/PolarisOffice/ETemp/2872_20316408/fImage233542189169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2167870" y="6897370"/>
            <a:ext cx="1372235" cy="1378585"/>
          </a:xfrm>
          <a:prstGeom prst="rect"/>
          <a:noFill/>
        </p:spPr>
      </p:pic>
      <p:sp>
        <p:nvSpPr>
          <p:cNvPr id="30" name="텍스트 상자 67"/>
          <p:cNvSpPr txBox="1">
            <a:spLocks/>
          </p:cNvSpPr>
          <p:nvPr/>
        </p:nvSpPr>
        <p:spPr>
          <a:xfrm rot="0">
            <a:off x="14997430" y="5326380"/>
            <a:ext cx="2844800" cy="46101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ctr">
              <a:buFontTx/>
              <a:buNone/>
              <a:defRPr/>
            </a:pPr>
            <a:r>
              <a:rPr lang="ko-KR" altLang="en-US" sz="2400">
                <a:latin typeface="HY견고딕" charset="0"/>
                <a:ea typeface="HY견고딕" charset="0"/>
              </a:rPr>
              <a:t>약 5</a:t>
            </a:r>
            <a:r>
              <a:rPr lang="ko-KR" altLang="en-US" sz="2400">
                <a:latin typeface="HY견고딕" charset="0"/>
                <a:ea typeface="HY견고딕" charset="0"/>
              </a:rPr>
              <a:t>0cm</a:t>
            </a:r>
            <a:r>
              <a:rPr lang="ko-KR" altLang="en-US" sz="2400">
                <a:latin typeface="HY견고딕" charset="0"/>
                <a:ea typeface="HY견고딕" charset="0"/>
              </a:rPr>
              <a:t> </a:t>
            </a:r>
            <a:r>
              <a:rPr lang="ko-KR" altLang="en-US" sz="2400">
                <a:latin typeface="HY견고딕" charset="0"/>
                <a:ea typeface="HY견고딕" charset="0"/>
              </a:rPr>
              <a:t>거리</a:t>
            </a:r>
            <a:endParaRPr lang="ko-KR" altLang="en-US" sz="2400">
              <a:latin typeface="HY견고딕" charset="0"/>
              <a:ea typeface="HY견고딕" charset="0"/>
            </a:endParaRPr>
          </a:p>
        </p:txBody>
      </p:sp>
      <p:cxnSp>
        <p:nvCxnSpPr>
          <p:cNvPr id="32" name="도형 77"/>
          <p:cNvCxnSpPr/>
          <p:nvPr/>
        </p:nvCxnSpPr>
        <p:spPr>
          <a:xfrm rot="0" flipV="1">
            <a:off x="860425" y="1333500"/>
            <a:ext cx="1959610" cy="13970"/>
          </a:xfrm>
          <a:prstGeom prst="line"/>
          <a:ln w="38100" cap="flat" cmpd="sng">
            <a:solidFill>
              <a:srgbClr val="090807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ef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도형 74"/>
          <p:cNvCxnSpPr/>
          <p:nvPr/>
        </p:nvCxnSpPr>
        <p:spPr>
          <a:xfrm rot="0" flipH="1">
            <a:off x="14196060" y="1094740"/>
            <a:ext cx="1521460" cy="1428115"/>
          </a:xfrm>
          <a:prstGeom prst="line"/>
          <a:ln w="9525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AutoShape 2"/>
          <p:cNvSpPr/>
          <p:nvPr/>
        </p:nvSpPr>
        <p:spPr>
          <a:xfrm flipV="1">
            <a:off x="860425" y="1333500"/>
            <a:ext cx="1958975" cy="13335"/>
          </a:xfrm>
          <a:prstGeom prst="line">
            <a:avLst/>
          </a:prstGeom>
          <a:ln w="38100" cap="flat">
            <a:solidFill>
              <a:srgbClr val="090807"/>
            </a:solidFill>
            <a:prstDash val="solid"/>
            <a:headEnd w="sm" len="sm"/>
            <a:tailEnd w="sm" len="sm"/>
          </a:ln>
        </p:spPr>
        <p:txBody>
          <a:bodyPr wrap="square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1" name="TextBox 21"/>
          <p:cNvSpPr txBox="1">
            <a:spLocks/>
          </p:cNvSpPr>
          <p:nvPr/>
        </p:nvSpPr>
        <p:spPr>
          <a:xfrm rot="0">
            <a:off x="935990" y="765175"/>
            <a:ext cx="1819910" cy="420370"/>
          </a:xfrm>
          <a:prstGeom prst="rect"/>
        </p:spPr>
        <p:txBody>
          <a:bodyPr wrap="square" lIns="0" tIns="0" rIns="0" bIns="0" numCol="1" vert="horz" anchor="t">
            <a:spAutoFit/>
          </a:bodyPr>
          <a:lstStyle/>
          <a:p>
            <a:pPr marL="0" indent="0" algn="l">
              <a:lnSpc>
                <a:spcPts val="3499"/>
              </a:lnSpc>
              <a:spcBef>
                <a:spcPct val="0"/>
              </a:spcBef>
              <a:buFontTx/>
              <a:buNone/>
              <a:defRPr/>
            </a:pPr>
            <a:r>
              <a:rPr lang="en-US" sz="2495" b="1">
                <a:solidFill>
                  <a:srgbClr val="090807"/>
                </a:solidFill>
                <a:latin typeface="Source Han Sans KR Bold" charset="0"/>
                <a:ea typeface="Source Han Sans KR Bold" charset="0"/>
                <a:cs typeface="Source Han Sans KR Bold" charset="0"/>
              </a:rPr>
              <a:t>02 </a:t>
            </a:r>
            <a:r>
              <a:rPr lang="ko-KR" altLang="en-US" sz="2495" b="1">
                <a:solidFill>
                  <a:srgbClr val="090807"/>
                </a:solidFill>
                <a:latin typeface="Source Han Sans KR Bold" charset="0"/>
                <a:ea typeface="Source Han Sans KR Bold" charset="0"/>
                <a:cs typeface="Source Han Sans KR Bold" charset="0"/>
              </a:rPr>
              <a:t>구현구조</a:t>
            </a:r>
            <a:endParaRPr lang="ko-KR" altLang="en-US" sz="2495" b="1">
              <a:solidFill>
                <a:srgbClr val="090807"/>
              </a:solidFill>
              <a:latin typeface="Source Han Sans KR Bold" charset="0"/>
              <a:ea typeface="Source Han Sans KR Bold" charset="0"/>
              <a:cs typeface="Source Han Sans KR Bold" charset="0"/>
            </a:endParaRPr>
          </a:p>
        </p:txBody>
      </p:sp>
      <p:cxnSp>
        <p:nvCxnSpPr>
          <p:cNvPr id="36" name="직선 연결선 35"/>
          <p:cNvCxnSpPr/>
          <p:nvPr/>
        </p:nvCxnSpPr>
        <p:spPr>
          <a:xfrm rot="0" flipH="1">
            <a:off x="12834620" y="4196715"/>
            <a:ext cx="461645" cy="1453515"/>
          </a:xfrm>
          <a:prstGeom prst="line"/>
          <a:ln w="9525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/>
          <p:cNvSpPr/>
          <p:nvPr/>
        </p:nvSpPr>
        <p:spPr>
          <a:xfrm>
            <a:off x="5791200" y="7658100"/>
            <a:ext cx="6400800" cy="304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24" name="그림 23" descr="C:/Users/user/AppData/Roaming/PolarisOffice/ETemp/2872_20316408/image5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0631805" y="4731385"/>
            <a:ext cx="4634230" cy="4634230"/>
          </a:xfrm>
          <a:prstGeom prst="rect"/>
          <a:noFill/>
        </p:spPr>
      </p:pic>
      <p:sp>
        <p:nvSpPr>
          <p:cNvPr id="40" name="TextBox 39"/>
          <p:cNvSpPr txBox="1">
            <a:spLocks/>
          </p:cNvSpPr>
          <p:nvPr/>
        </p:nvSpPr>
        <p:spPr>
          <a:xfrm rot="0">
            <a:off x="7356475" y="8115935"/>
            <a:ext cx="2728595" cy="64579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  <a:defRPr/>
            </a:pPr>
            <a:r>
              <a:rPr lang="ko-KR" altLang="en-US" sz="3600">
                <a:latin typeface="HY견고딕" charset="0"/>
                <a:ea typeface="HY견고딕" charset="0"/>
              </a:rPr>
              <a:t>시리얼</a:t>
            </a:r>
            <a:r>
              <a:rPr lang="ko-KR" altLang="en-US" sz="3600">
                <a:latin typeface="HY견고딕" charset="0"/>
                <a:ea typeface="HY견고딕" charset="0"/>
              </a:rPr>
              <a:t> </a:t>
            </a:r>
            <a:r>
              <a:rPr lang="ko-KR" altLang="en-US" sz="3600">
                <a:latin typeface="HY견고딕" charset="0"/>
                <a:ea typeface="HY견고딕" charset="0"/>
              </a:rPr>
              <a:t>통신</a:t>
            </a:r>
            <a:endParaRPr lang="ko-KR" altLang="en-US" sz="3600">
              <a:latin typeface="HY견고딕" charset="0"/>
              <a:ea typeface="HY견고딕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672840" y="8754745"/>
            <a:ext cx="2109470" cy="461010"/>
          </a:xfrm>
          <a:prstGeom prst="rect">
            <a:avLst/>
          </a:prstGeom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ctr">
              <a:buFontTx/>
              <a:buNone/>
              <a:defRPr/>
            </a:pPr>
            <a:r>
              <a:rPr lang="ko-KR" altLang="en-US" sz="2400">
                <a:latin typeface="HY견고딕" charset="0"/>
                <a:ea typeface="HY견고딕" charset="0"/>
              </a:rPr>
              <a:t>영상처리</a:t>
            </a:r>
            <a:endParaRPr lang="ko-KR" altLang="en-US" sz="2400">
              <a:latin typeface="HY견고딕" charset="0"/>
              <a:ea typeface="HY견고딕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2039600" y="8827135"/>
            <a:ext cx="2108835" cy="461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2400">
                <a:latin typeface="HY견고딕"/>
                <a:ea typeface="HY견고딕"/>
              </a:rPr>
              <a:t>아두이노</a:t>
            </a:r>
            <a:endParaRPr lang="ko-KR" altLang="en-US" sz="2400">
              <a:latin typeface="HY견고딕"/>
              <a:ea typeface="HY견고딕"/>
            </a:endParaRPr>
          </a:p>
        </p:txBody>
      </p:sp>
      <p:pic>
        <p:nvPicPr>
          <p:cNvPr id="48" name="그림 70" descr="C:/Users/user/AppData/Roaming/PolarisOffice/ETemp/2872_20316408/fImage5051762765724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2827635" y="2407920"/>
            <a:ext cx="2840990" cy="1846580"/>
          </a:xfrm>
          <a:prstGeom prst="rect"/>
          <a:noFill/>
        </p:spPr>
      </p:pic>
      <p:sp>
        <p:nvSpPr>
          <p:cNvPr id="49" name="텍스트 상자 71"/>
          <p:cNvSpPr txBox="1">
            <a:spLocks/>
          </p:cNvSpPr>
          <p:nvPr/>
        </p:nvSpPr>
        <p:spPr>
          <a:xfrm rot="0">
            <a:off x="12585700" y="4251960"/>
            <a:ext cx="4372610" cy="82994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ctr">
              <a:buFontTx/>
              <a:buNone/>
              <a:defRPr/>
            </a:pPr>
            <a:r>
              <a:rPr lang="ko-KR" altLang="en-US" sz="2400">
                <a:latin typeface="HY견고딕" charset="0"/>
                <a:ea typeface="HY견고딕" charset="0"/>
              </a:rPr>
              <a:t>서보모터 </a:t>
            </a:r>
            <a:r>
              <a:rPr lang="ko-KR" altLang="en-US" sz="2400">
                <a:latin typeface="HY견고딕" charset="0"/>
                <a:ea typeface="HY견고딕" charset="0"/>
              </a:rPr>
              <a:t>드라이</a:t>
            </a:r>
            <a:r>
              <a:rPr lang="ko-KR" altLang="en-US" sz="2400">
                <a:latin typeface="HY견고딕" charset="0"/>
                <a:ea typeface="HY견고딕" charset="0"/>
              </a:rPr>
              <a:t>버 </a:t>
            </a:r>
            <a:r>
              <a:rPr lang="ko-KR" altLang="en-US" sz="2400">
                <a:latin typeface="HY견고딕" charset="0"/>
                <a:ea typeface="HY견고딕" charset="0"/>
              </a:rPr>
              <a:t>(PCA9685)</a:t>
            </a:r>
            <a:endParaRPr lang="ko-KR" altLang="en-US" sz="2400">
              <a:latin typeface="HY견고딕" charset="0"/>
              <a:ea typeface="HY견고딕" charset="0"/>
            </a:endParaRPr>
          </a:p>
        </p:txBody>
      </p:sp>
      <p:pic>
        <p:nvPicPr>
          <p:cNvPr id="50" name="그림 72" descr="C:/Users/user/AppData/Roaming/PolarisOffice/ETemp/2872_20316408/fImage3092472781478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5586075" y="72390"/>
            <a:ext cx="1870710" cy="1803400"/>
          </a:xfrm>
          <a:prstGeom prst="rect"/>
          <a:noFill/>
        </p:spPr>
      </p:pic>
      <p:sp>
        <p:nvSpPr>
          <p:cNvPr id="51" name="텍스트 상자 73"/>
          <p:cNvSpPr txBox="1">
            <a:spLocks/>
          </p:cNvSpPr>
          <p:nvPr/>
        </p:nvSpPr>
        <p:spPr>
          <a:xfrm rot="0">
            <a:off x="16124555" y="2024380"/>
            <a:ext cx="1672590" cy="46101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ctr">
              <a:buFontTx/>
              <a:buNone/>
              <a:defRPr/>
            </a:pPr>
            <a:r>
              <a:rPr lang="ko-KR" altLang="en-US" sz="2400">
                <a:latin typeface="HY견고딕" charset="0"/>
                <a:ea typeface="HY견고딕" charset="0"/>
              </a:rPr>
              <a:t>M</a:t>
            </a:r>
            <a:r>
              <a:rPr lang="ko-KR" altLang="en-US" sz="2400">
                <a:latin typeface="HY견고딕" charset="0"/>
                <a:ea typeface="HY견고딕" charset="0"/>
              </a:rPr>
              <a:t>G996</a:t>
            </a:r>
            <a:r>
              <a:rPr lang="ko-KR" altLang="en-US" sz="2400">
                <a:latin typeface="HY견고딕" charset="0"/>
                <a:ea typeface="HY견고딕" charset="0"/>
              </a:rPr>
              <a:t>R</a:t>
            </a:r>
            <a:endParaRPr lang="ko-KR" altLang="en-US" sz="2400">
              <a:latin typeface="HY견고딕" charset="0"/>
              <a:ea typeface="HY견고딕" charset="0"/>
            </a:endParaRPr>
          </a:p>
        </p:txBody>
      </p:sp>
      <p:cxnSp>
        <p:nvCxnSpPr>
          <p:cNvPr id="53" name="도형 75"/>
          <p:cNvCxnSpPr/>
          <p:nvPr/>
        </p:nvCxnSpPr>
        <p:spPr>
          <a:xfrm rot="0">
            <a:off x="6626860" y="7270750"/>
            <a:ext cx="3968115" cy="635"/>
          </a:xfrm>
          <a:prstGeom prst="straightConnector1"/>
          <a:ln w="76200" cap="flat" cmpd="sng">
            <a:prstDash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텍스트 상자 76"/>
          <p:cNvSpPr txBox="1">
            <a:spLocks/>
          </p:cNvSpPr>
          <p:nvPr/>
        </p:nvSpPr>
        <p:spPr>
          <a:xfrm rot="0">
            <a:off x="6568440" y="6733540"/>
            <a:ext cx="4526280" cy="399415"/>
          </a:xfrm>
          <a:prstGeom prst="rect"/>
          <a:noFill/>
        </p:spPr>
        <p:txBody>
          <a:bodyPr wrap="square" lIns="91440" tIns="45720" rIns="91440" bIns="45720" vert="horz" anchor="t">
            <a:sp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2000">
                <a:latin typeface="HY견고딕" charset="0"/>
                <a:ea typeface="HY견고딕" charset="0"/>
                <a:sym typeface="맑은 고딕" charset="0"/>
              </a:rPr>
              <a:t>로봇팔 </a:t>
            </a:r>
            <a:r>
              <a:rPr sz="2000">
                <a:latin typeface="HY견고딕" charset="0"/>
                <a:ea typeface="HY견고딕" charset="0"/>
                <a:sym typeface="맑은 고딕" charset="0"/>
              </a:rPr>
              <a:t>알고리즘 설정 후 값 전달</a:t>
            </a:r>
            <a:endParaRPr lang="ko-KR" altLang="en-US" sz="2000">
              <a:latin typeface="HY견고딕" charset="0"/>
              <a:ea typeface="HY견고딕" charset="0"/>
              <a:sym typeface="맑은 고딕" charset="0"/>
            </a:endParaRPr>
          </a:p>
        </p:txBody>
      </p:sp>
      <p:pic>
        <p:nvPicPr>
          <p:cNvPr id="57" name="그림 5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3161030" y="6168761"/>
            <a:ext cx="3407410" cy="22700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ef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AutoShape 2"/>
          <p:cNvCxnSpPr/>
          <p:nvPr/>
        </p:nvCxnSpPr>
        <p:spPr>
          <a:xfrm flipV="1">
            <a:off x="860425" y="1325880"/>
            <a:ext cx="3093720" cy="21590"/>
          </a:xfrm>
          <a:prstGeom prst="line">
            <a:avLst/>
          </a:prstGeom>
          <a:ln w="38100" cap="flat" cmpd="sng">
            <a:solidFill>
              <a:srgbClr val="090807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3"/>
          <p:cNvSpPr txBox="1"/>
          <p:nvPr/>
        </p:nvSpPr>
        <p:spPr>
          <a:xfrm>
            <a:off x="923925" y="765175"/>
            <a:ext cx="3877310" cy="444500"/>
          </a:xfrm>
          <a:prstGeom prst="rect">
            <a:avLst/>
          </a:prstGeom>
        </p:spPr>
        <p:txBody>
          <a:bodyPr vert="horz" wrap="square" lIns="0" tIns="0" rIns="0" bIns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  <a:buFontTx/>
              <a:buNone/>
              <a:defRPr/>
            </a:pPr>
            <a:r>
              <a:rPr lang="en-US" sz="2495" b="1">
                <a:solidFill>
                  <a:srgbClr val="090807"/>
                </a:solidFill>
                <a:latin typeface="Source Han Sans KR Bold"/>
                <a:ea typeface="Source Han Sans KR Bold"/>
                <a:cs typeface="Source Han Sans KR Bold"/>
              </a:rPr>
              <a:t>0</a:t>
            </a:r>
            <a:r>
              <a:rPr lang="ko-KR" sz="2495" b="1">
                <a:solidFill>
                  <a:srgbClr val="090807"/>
                </a:solidFill>
                <a:latin typeface="Source Han Sans KR Bold"/>
                <a:ea typeface="Source Han Sans KR Bold"/>
                <a:cs typeface="Source Han Sans KR Bold"/>
              </a:rPr>
              <a:t>3</a:t>
            </a:r>
            <a:r>
              <a:rPr lang="en-US" sz="2495" b="1">
                <a:solidFill>
                  <a:srgbClr val="090807"/>
                </a:solidFill>
                <a:latin typeface="Source Han Sans KR Bold"/>
                <a:ea typeface="Source Han Sans KR Bold"/>
                <a:cs typeface="Source Han Sans KR Bold"/>
              </a:rPr>
              <a:t> </a:t>
            </a:r>
            <a:r>
              <a:rPr lang="ko-KR" altLang="en-US" sz="2495" b="1">
                <a:solidFill>
                  <a:srgbClr val="090807"/>
                </a:solidFill>
                <a:latin typeface="Source Han Sans KR Bold"/>
                <a:ea typeface="Source Han Sans KR Bold"/>
                <a:cs typeface="Source Han Sans KR Bold"/>
              </a:rPr>
              <a:t>카메라 영상처리</a:t>
            </a:r>
            <a:endParaRPr lang="ko-KR" altLang="en-US" sz="2495" b="1">
              <a:solidFill>
                <a:srgbClr val="090807"/>
              </a:solidFill>
              <a:latin typeface="Source Han Sans KR Bold"/>
              <a:ea typeface="Source Han Sans KR Bold"/>
              <a:cs typeface="Source Han Sans KR Bold"/>
            </a:endParaRPr>
          </a:p>
        </p:txBody>
      </p:sp>
      <p:grpSp>
        <p:nvGrpSpPr>
          <p:cNvPr id="4" name="Group 11"/>
          <p:cNvGrpSpPr/>
          <p:nvPr/>
        </p:nvGrpSpPr>
        <p:grpSpPr>
          <a:xfrm rot="0">
            <a:off x="6183260" y="2100262"/>
            <a:ext cx="5921480" cy="698372"/>
            <a:chOff x="0" y="0"/>
            <a:chExt cx="592058" cy="183933"/>
          </a:xfrm>
        </p:grpSpPr>
        <p:sp>
          <p:nvSpPr>
            <p:cNvPr id="5" name="Freeform 12"/>
            <p:cNvSpPr/>
            <p:nvPr/>
          </p:nvSpPr>
          <p:spPr>
            <a:xfrm>
              <a:off x="0" y="0"/>
              <a:ext cx="592058" cy="183933"/>
            </a:xfrm>
            <a:custGeom>
              <a:avLst/>
              <a:gdLst/>
              <a:rect l="l" t="t" r="r" b="b"/>
              <a:pathLst>
                <a:path w="592058" h="183933">
                  <a:moveTo>
                    <a:pt x="91967" y="0"/>
                  </a:moveTo>
                  <a:lnTo>
                    <a:pt x="500091" y="0"/>
                  </a:lnTo>
                  <a:cubicBezTo>
                    <a:pt x="524483" y="0"/>
                    <a:pt x="547875" y="9689"/>
                    <a:pt x="565122" y="26936"/>
                  </a:cubicBezTo>
                  <a:cubicBezTo>
                    <a:pt x="582369" y="44184"/>
                    <a:pt x="592058" y="67576"/>
                    <a:pt x="592058" y="91967"/>
                  </a:cubicBezTo>
                  <a:lnTo>
                    <a:pt x="592058" y="91967"/>
                  </a:lnTo>
                  <a:cubicBezTo>
                    <a:pt x="592058" y="116358"/>
                    <a:pt x="582369" y="139750"/>
                    <a:pt x="565122" y="156997"/>
                  </a:cubicBezTo>
                  <a:cubicBezTo>
                    <a:pt x="547875" y="174244"/>
                    <a:pt x="524483" y="183933"/>
                    <a:pt x="500091" y="183933"/>
                  </a:cubicBezTo>
                  <a:lnTo>
                    <a:pt x="91967" y="183933"/>
                  </a:lnTo>
                  <a:cubicBezTo>
                    <a:pt x="67576" y="183933"/>
                    <a:pt x="44184" y="174244"/>
                    <a:pt x="26936" y="156997"/>
                  </a:cubicBezTo>
                  <a:cubicBezTo>
                    <a:pt x="9689" y="139750"/>
                    <a:pt x="0" y="116358"/>
                    <a:pt x="0" y="91967"/>
                  </a:cubicBezTo>
                  <a:lnTo>
                    <a:pt x="0" y="91967"/>
                  </a:lnTo>
                  <a:cubicBezTo>
                    <a:pt x="0" y="67576"/>
                    <a:pt x="9689" y="44184"/>
                    <a:pt x="26936" y="26936"/>
                  </a:cubicBezTo>
                  <a:cubicBezTo>
                    <a:pt x="44184" y="9689"/>
                    <a:pt x="67576" y="0"/>
                    <a:pt x="91967" y="0"/>
                  </a:cubicBezTo>
                  <a:close/>
                </a:path>
              </a:pathLst>
            </a:custGeom>
            <a:solidFill>
              <a:srgbClr val="090807">
                <a:alpha val="100000"/>
              </a:srgbClr>
            </a:solidFill>
          </p:spPr>
          <p:txBody>
            <a:bodyPr/>
            <a:p>
              <a:pPr marL="0" lv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endParaRPr>
            </a:p>
          </p:txBody>
        </p:sp>
        <p:sp>
          <p:nvSpPr>
            <p:cNvPr id="6" name="TextBox 13"/>
            <p:cNvSpPr txBox="1"/>
            <p:nvPr/>
          </p:nvSpPr>
          <p:spPr>
            <a:xfrm>
              <a:off x="0" y="-38100"/>
              <a:ext cx="592058" cy="222033"/>
            </a:xfrm>
            <a:prstGeom prst="rect">
              <a:avLst/>
            </a:prstGeom>
          </p:spPr>
          <p:txBody>
            <a:bodyPr lIns="50800" tIns="50800" rIns="50800" bIns="50800" anchor="ctr"/>
            <a:p>
              <a:pPr marL="0" lvl="0" indent="0" algn="ctr" defTabSz="914400" rtl="0" eaLnBrk="1" latinLnBrk="0" hangingPunct="1">
                <a:lnSpc>
                  <a:spcPts val="3079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endParaRPr>
            </a:p>
          </p:txBody>
        </p:sp>
      </p:grpSp>
      <p:sp>
        <p:nvSpPr>
          <p:cNvPr id="7" name="TextBox 17"/>
          <p:cNvSpPr txBox="1"/>
          <p:nvPr/>
        </p:nvSpPr>
        <p:spPr>
          <a:xfrm>
            <a:off x="6487041" y="2225611"/>
            <a:ext cx="5313916" cy="44767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p>
            <a:pPr marL="0" lvl="0" indent="0" algn="ctr" defTabSz="914400" rtl="0" eaLnBrk="1" latinLnBrk="0" hangingPunct="1">
              <a:lnSpc>
                <a:spcPts val="3499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499" b="1" i="0" u="none" strike="noStrike" kern="1200" cap="none" spc="0" normalizeH="0" baseline="0" mc:Ignorable="hp" hp:hslEmbossed="0">
                <a:solidFill>
                  <a:srgbClr val="fefbee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구현 기술</a:t>
            </a:r>
            <a:endParaRPr xmlns:mc="http://schemas.openxmlformats.org/markup-compatibility/2006" xmlns:hp="http://schemas.haansoft.com/office/presentation/8.0" kumimoji="0" lang="ko-KR" altLang="en-US" sz="2499" b="1" i="0" u="none" strike="noStrike" kern="1200" cap="none" spc="0" normalizeH="0" baseline="0" mc:Ignorable="hp" hp:hslEmbossed="0">
              <a:solidFill>
                <a:srgbClr val="fefbee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4381500" y="3695700"/>
            <a:ext cx="9525000" cy="8534400"/>
          </a:xfrm>
        </p:spPr>
        <p:txBody>
          <a:bodyPr/>
          <a:p>
            <a:pPr marL="400050" lvl="1" indent="0" algn="ctr" defTabSz="914400" rtl="0" eaLnBrk="1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1" i="0" u="none" strike="noStrike" kern="1200" cap="none" spc="0" normalizeH="0" baseline="0" mc:Ignorable="hp" hp:hslEmbossed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-</a:t>
            </a:r>
            <a:r>
              <a:rPr xmlns:mc="http://schemas.openxmlformats.org/markup-compatibility/2006" xmlns:hp="http://schemas.haansoft.com/office/presentation/8.0" kumimoji="0" lang="ko-KR" altLang="en-US" sz="3600" b="1" i="0" u="none" strike="noStrike" kern="1200" cap="none" spc="0" normalizeH="0" baseline="0" mc:Ignorable="hp" hp:hslEmbossed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촬영 중인 사용자의 얼굴 위치 인식</a:t>
            </a:r>
            <a:endParaRPr xmlns:mc="http://schemas.openxmlformats.org/markup-compatibility/2006" xmlns:hp="http://schemas.haansoft.com/office/presentation/8.0" kumimoji="0" lang="ko-KR" altLang="en-US" sz="3600" b="1" i="0" u="none" strike="noStrike" kern="1200" cap="none" spc="0" normalizeH="0" baseline="0" mc:Ignorable="hp" hp:hslEmbossed="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400050" lvl="1" indent="0" algn="ctr" defTabSz="914400" rtl="0" eaLnBrk="1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600" b="1" i="0" u="none" strike="noStrike" kern="1200" cap="none" spc="0" normalizeH="0" baseline="0" mc:Ignorable="hp" hp:hslEmbossed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 </a:t>
            </a:r>
            <a:endParaRPr xmlns:mc="http://schemas.openxmlformats.org/markup-compatibility/2006" xmlns:hp="http://schemas.haansoft.com/office/presentation/8.0" kumimoji="0" lang="ko-KR" altLang="en-US" sz="3600" b="1" i="0" u="none" strike="noStrike" kern="1200" cap="none" spc="0" normalizeH="0" baseline="0" mc:Ignorable="hp" hp:hslEmbossed="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400050" lvl="1" indent="0" algn="ctr" defTabSz="914400" rtl="0" eaLnBrk="1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600" b="1" i="0" u="none" strike="noStrike" kern="1200" cap="none" spc="0" normalizeH="0" baseline="0" mc:Ignorable="hp" hp:hslEmbossed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얼굴의 중심 좌표</a:t>
            </a:r>
            <a:r>
              <a:rPr xmlns:mc="http://schemas.openxmlformats.org/markup-compatibility/2006" xmlns:hp="http://schemas.haansoft.com/office/presentation/8.0" kumimoji="0" lang="en-US" altLang="ko-KR" sz="3600" b="1" i="0" u="none" strike="noStrike" kern="1200" cap="none" spc="0" normalizeH="0" baseline="0" mc:Ignorable="hp" hp:hslEmbossed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/</a:t>
            </a:r>
            <a:r>
              <a:rPr xmlns:mc="http://schemas.openxmlformats.org/markup-compatibility/2006" xmlns:hp="http://schemas.haansoft.com/office/presentation/8.0" kumimoji="0" lang="ko-KR" altLang="en-US" sz="3600" b="1" i="0" u="none" strike="noStrike" kern="1200" cap="none" spc="0" normalizeH="0" baseline="0" mc:Ignorable="hp" hp:hslEmbossed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얼굴의 크기</a:t>
            </a:r>
            <a:r>
              <a:rPr xmlns:mc="http://schemas.openxmlformats.org/markup-compatibility/2006" xmlns:hp="http://schemas.haansoft.com/office/presentation/8.0" kumimoji="0" lang="en-US" altLang="ko-KR" sz="3600" b="1" i="0" u="none" strike="noStrike" kern="1200" cap="none" spc="0" normalizeH="0" baseline="0" mc:Ignorable="hp" hp:hslEmbossed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(</a:t>
            </a:r>
            <a:r>
              <a:rPr xmlns:mc="http://schemas.openxmlformats.org/markup-compatibility/2006" xmlns:hp="http://schemas.haansoft.com/office/presentation/8.0" kumimoji="0" lang="ko-KR" altLang="en-US" sz="3600" b="1" i="0" u="none" strike="noStrike" kern="1200" cap="none" spc="0" normalizeH="0" baseline="0" mc:Ignorable="hp" hp:hslEmbossed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넓이</a:t>
            </a:r>
            <a:r>
              <a:rPr xmlns:mc="http://schemas.openxmlformats.org/markup-compatibility/2006" xmlns:hp="http://schemas.haansoft.com/office/presentation/8.0" kumimoji="0" lang="en-US" altLang="ko-KR" sz="3600" b="1" i="0" u="none" strike="noStrike" kern="1200" cap="none" spc="0" normalizeH="0" baseline="0" mc:Ignorable="hp" hp:hslEmbossed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)</a:t>
            </a:r>
            <a:r>
              <a:rPr xmlns:mc="http://schemas.openxmlformats.org/markup-compatibility/2006" xmlns:hp="http://schemas.haansoft.com/office/presentation/8.0" kumimoji="0" lang="ko-KR" altLang="en-US" sz="3600" b="1" i="0" u="none" strike="noStrike" kern="1200" cap="none" spc="0" normalizeH="0" baseline="0" mc:Ignorable="hp" hp:hslEmbossed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계산</a:t>
            </a:r>
            <a:endParaRPr xmlns:mc="http://schemas.openxmlformats.org/markup-compatibility/2006" xmlns:hp="http://schemas.haansoft.com/office/presentation/8.0" kumimoji="0" lang="ko-KR" altLang="en-US" sz="3600" b="1" i="0" u="none" strike="noStrike" kern="1200" cap="none" spc="0" normalizeH="0" baseline="0" mc:Ignorable="hp" hp:hslEmbossed="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400050" lvl="1" indent="0" algn="ctr" defTabSz="914400" rtl="0" eaLnBrk="1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3600" b="1" i="0" u="none" strike="noStrike" kern="1200" cap="none" spc="0" normalizeH="0" baseline="0" mc:Ignorable="hp" hp:hslEmbossed="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400050" lvl="1" indent="0" algn="ctr" defTabSz="914400" rtl="0" eaLnBrk="1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3600" b="1" i="0" u="none" strike="noStrike" kern="1200" cap="none" spc="0" normalizeH="0" baseline="0" mc:Ignorable="hp" hp:hslEmbossed="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400050" lvl="1" indent="0" algn="ctr" defTabSz="914400" rtl="0" eaLnBrk="1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1" i="0" u="none" strike="noStrike" kern="1200" cap="none" spc="0" normalizeH="0" baseline="0" mc:Ignorable="hp" hp:hslEmbossed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-</a:t>
            </a:r>
            <a:r>
              <a:rPr xmlns:mc="http://schemas.openxmlformats.org/markup-compatibility/2006" xmlns:hp="http://schemas.haansoft.com/office/presentation/8.0" kumimoji="0" lang="ko-KR" altLang="en-US" sz="3600" b="1" i="0" u="none" strike="noStrike" kern="1200" cap="none" spc="0" normalizeH="0" baseline="0" mc:Ignorable="hp" hp:hslEmbossed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영상 촬영</a:t>
            </a:r>
            <a:r>
              <a:rPr xmlns:mc="http://schemas.openxmlformats.org/markup-compatibility/2006" xmlns:hp="http://schemas.haansoft.com/office/presentation/8.0" kumimoji="0" lang="en-US" altLang="ko-KR" sz="3600" b="1" i="0" u="none" strike="noStrike" kern="1200" cap="none" spc="0" normalizeH="0" baseline="0" mc:Ignorable="hp" hp:hslEmbossed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/</a:t>
            </a:r>
            <a:r>
              <a:rPr xmlns:mc="http://schemas.openxmlformats.org/markup-compatibility/2006" xmlns:hp="http://schemas.haansoft.com/office/presentation/8.0" kumimoji="0" lang="ko-KR" altLang="en-US" sz="3600" b="1" i="0" u="none" strike="noStrike" kern="1200" cap="none" spc="0" normalizeH="0" baseline="0" mc:Ignorable="hp" hp:hslEmbossed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종료 기능</a:t>
            </a:r>
            <a:endParaRPr xmlns:mc="http://schemas.openxmlformats.org/markup-compatibility/2006" xmlns:hp="http://schemas.haansoft.com/office/presentation/8.0" kumimoji="0" lang="ko-KR" altLang="en-US" sz="3600" b="1" i="0" u="none" strike="noStrike" kern="1200" cap="none" spc="0" normalizeH="0" baseline="0" mc:Ignorable="hp" hp:hslEmbossed="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400050" lvl="1" indent="0" algn="ctr" defTabSz="914400" rtl="0" eaLnBrk="1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3600" b="1" i="0" u="none" strike="noStrike" kern="1200" cap="none" spc="0" normalizeH="0" baseline="0" mc:Ignorable="hp" hp:hslEmbossed="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400050" lvl="1" indent="0" algn="ctr" defTabSz="914400" rtl="0" eaLnBrk="1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600" b="1" i="0" u="none" strike="noStrike" kern="1200" cap="none" spc="0" normalizeH="0" baseline="0" mc:Ignorable="hp" hp:hslEmbossed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 파일로 저장</a:t>
            </a:r>
            <a:endParaRPr xmlns:mc="http://schemas.openxmlformats.org/markup-compatibility/2006" xmlns:hp="http://schemas.haansoft.com/office/presentation/8.0" kumimoji="0" lang="ko-KR" altLang="en-US" sz="3600" b="1" i="0" u="none" strike="noStrike" kern="1200" cap="none" spc="0" normalizeH="0" baseline="0" mc:Ignorable="hp" hp:hslEmbossed="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400050" lvl="1" indent="0" algn="ctr" defTabSz="914400" rtl="0" eaLnBrk="1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3600" b="1" i="0" u="none" strike="noStrike" kern="1200" cap="none" spc="0" normalizeH="0" baseline="0" mc:Ignorable="hp" hp:hslEmbossed="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400050" lvl="1" indent="0" algn="ctr" defTabSz="914400" rtl="0" eaLnBrk="1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en-US" altLang="ko-KR" sz="3600" b="1" i="0" u="none" strike="noStrike" kern="1200" cap="none" spc="0" normalizeH="0" baseline="0" mc:Ignorable="hp" hp:hslEmbossed="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400050" lvl="1" indent="0" algn="ctr" defTabSz="914400" rtl="0" eaLnBrk="1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1" i="0" u="none" strike="noStrike" kern="1200" cap="none" spc="0" normalizeH="0" baseline="0" mc:Ignorable="hp" hp:hslEmbossed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-</a:t>
            </a:r>
            <a:r>
              <a:rPr xmlns:mc="http://schemas.openxmlformats.org/markup-compatibility/2006" xmlns:hp="http://schemas.haansoft.com/office/presentation/8.0" kumimoji="0" lang="ko-KR" altLang="en-US" sz="3600" b="1" i="0" u="none" strike="noStrike" kern="1200" cap="none" spc="0" normalizeH="0" baseline="0" mc:Ignorable="hp" hp:hslEmbossed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 계산 알고리즘</a:t>
            </a:r>
            <a:r>
              <a:rPr xmlns:mc="http://schemas.openxmlformats.org/markup-compatibility/2006" xmlns:hp="http://schemas.haansoft.com/office/presentation/8.0" kumimoji="0" lang="en-US" altLang="ko-KR" sz="3600" b="1" i="0" u="none" strike="noStrike" kern="1200" cap="none" spc="0" normalizeH="0" baseline="0" mc:Ignorable="hp" hp:hslEmbossed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sz="3600" b="1" i="0" u="none" strike="noStrike" kern="1200" cap="none" spc="0" normalizeH="0" baseline="0" mc:Ignorable="hp" hp:hslEmbossed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객체 움직임에 따라 </a:t>
            </a:r>
            <a:endParaRPr xmlns:mc="http://schemas.openxmlformats.org/markup-compatibility/2006" xmlns:hp="http://schemas.haansoft.com/office/presentation/8.0" kumimoji="0" lang="ko-KR" altLang="en-US" sz="3600" b="1" i="0" u="none" strike="noStrike" kern="1200" cap="none" spc="0" normalizeH="0" baseline="0" mc:Ignorable="hp" hp:hslEmbossed="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400050" lvl="1" indent="0" algn="ctr" defTabSz="914400" rtl="0" eaLnBrk="1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3600" b="1" i="0" u="none" strike="noStrike" kern="1200" cap="none" spc="0" normalizeH="0" baseline="0" mc:Ignorable="hp" hp:hslEmbossed="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400050" lvl="1" indent="0" algn="ctr" defTabSz="914400" rtl="0" eaLnBrk="1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600" b="1" i="0" u="none" strike="noStrike" kern="1200" cap="none" spc="0" normalizeH="0" baseline="0" mc:Ignorable="hp" hp:hslEmbossed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움직이는 로봇팔 모터에 어떤 값을 줄 것 인지</a:t>
            </a:r>
            <a:endParaRPr xmlns:mc="http://schemas.openxmlformats.org/markup-compatibility/2006" xmlns:hp="http://schemas.haansoft.com/office/presentation/8.0" kumimoji="0" lang="ko-KR" altLang="en-US" sz="3600" b="1" i="0" u="none" strike="noStrike" kern="1200" cap="none" spc="0" normalizeH="0" baseline="0" mc:Ignorable="hp" hp:hslEmbossed="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400050" lvl="1" indent="0" algn="ctr" defTabSz="914400" rtl="0" eaLnBrk="1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 sz="3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spd="med" mc:Ignorable="p14" p14:dur="20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ef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AutoShape 2"/>
          <p:cNvCxnSpPr/>
          <p:nvPr/>
        </p:nvCxnSpPr>
        <p:spPr>
          <a:xfrm flipV="1">
            <a:off x="860425" y="1325880"/>
            <a:ext cx="3093720" cy="21590"/>
          </a:xfrm>
          <a:prstGeom prst="line">
            <a:avLst/>
          </a:prstGeom>
          <a:ln w="38100" cap="flat" cmpd="sng">
            <a:solidFill>
              <a:srgbClr val="090807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3"/>
          <p:cNvSpPr txBox="1"/>
          <p:nvPr/>
        </p:nvSpPr>
        <p:spPr>
          <a:xfrm>
            <a:off x="923925" y="765175"/>
            <a:ext cx="3877310" cy="444500"/>
          </a:xfrm>
          <a:prstGeom prst="rect">
            <a:avLst/>
          </a:prstGeom>
        </p:spPr>
        <p:txBody>
          <a:bodyPr vert="horz" wrap="square" lIns="0" tIns="0" rIns="0" bIns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  <a:buFontTx/>
              <a:buNone/>
              <a:defRPr/>
            </a:pPr>
            <a:r>
              <a:rPr lang="en-US" sz="2495" b="1">
                <a:solidFill>
                  <a:srgbClr val="090807"/>
                </a:solidFill>
                <a:latin typeface="Source Han Sans KR Bold"/>
                <a:ea typeface="Source Han Sans KR Bold"/>
                <a:cs typeface="Source Han Sans KR Bold"/>
              </a:rPr>
              <a:t>0</a:t>
            </a:r>
            <a:r>
              <a:rPr lang="ko-KR" sz="2495" b="1">
                <a:solidFill>
                  <a:srgbClr val="090807"/>
                </a:solidFill>
                <a:latin typeface="Source Han Sans KR Bold"/>
                <a:ea typeface="Source Han Sans KR Bold"/>
                <a:cs typeface="Source Han Sans KR Bold"/>
              </a:rPr>
              <a:t>3</a:t>
            </a:r>
            <a:r>
              <a:rPr lang="en-US" sz="2495" b="1">
                <a:solidFill>
                  <a:srgbClr val="090807"/>
                </a:solidFill>
                <a:latin typeface="Source Han Sans KR Bold"/>
                <a:ea typeface="Source Han Sans KR Bold"/>
                <a:cs typeface="Source Han Sans KR Bold"/>
              </a:rPr>
              <a:t> </a:t>
            </a:r>
            <a:r>
              <a:rPr lang="ko-KR" altLang="en-US" sz="2495" b="1">
                <a:solidFill>
                  <a:srgbClr val="090807"/>
                </a:solidFill>
                <a:latin typeface="Source Han Sans KR Bold"/>
                <a:ea typeface="Source Han Sans KR Bold"/>
                <a:cs typeface="Source Han Sans KR Bold"/>
              </a:rPr>
              <a:t>카메라 영상처리</a:t>
            </a:r>
            <a:endParaRPr lang="ko-KR" altLang="en-US" sz="2495" b="1">
              <a:solidFill>
                <a:srgbClr val="090807"/>
              </a:solidFill>
              <a:latin typeface="Source Han Sans KR Bold"/>
              <a:ea typeface="Source Han Sans KR Bold"/>
              <a:cs typeface="Source Han Sans KR Bold"/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4381500" y="876300"/>
            <a:ext cx="9525000" cy="8534400"/>
          </a:xfrm>
        </p:spPr>
        <p:txBody>
          <a:bodyPr/>
          <a:p>
            <a:pPr marL="400050" lvl="1" indent="0" algn="ctr" defTabSz="914400" rtl="0" eaLnBrk="1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3600"/>
              <a:t/>
            </a:r>
            <a:endParaRPr lang="ko-KR" altLang="en-US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1768936"/>
            <a:ext cx="8686800" cy="7348320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8612678" y="1768936"/>
            <a:ext cx="9675322" cy="734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5398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spd="med" mc:Ignorable="p14" p14:dur="20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ef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AutoShape 2"/>
          <p:cNvCxnSpPr/>
          <p:nvPr/>
        </p:nvCxnSpPr>
        <p:spPr>
          <a:xfrm flipV="1">
            <a:off x="860425" y="1325880"/>
            <a:ext cx="3093720" cy="21590"/>
          </a:xfrm>
          <a:prstGeom prst="line">
            <a:avLst/>
          </a:prstGeom>
          <a:ln w="38100" cap="flat" cmpd="sng">
            <a:solidFill>
              <a:srgbClr val="090807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3"/>
          <p:cNvSpPr txBox="1"/>
          <p:nvPr/>
        </p:nvSpPr>
        <p:spPr>
          <a:xfrm>
            <a:off x="923925" y="765175"/>
            <a:ext cx="3877310" cy="444500"/>
          </a:xfrm>
          <a:prstGeom prst="rect">
            <a:avLst/>
          </a:prstGeom>
        </p:spPr>
        <p:txBody>
          <a:bodyPr vert="horz" wrap="square" lIns="0" tIns="0" rIns="0" bIns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  <a:buFontTx/>
              <a:buNone/>
              <a:defRPr/>
            </a:pPr>
            <a:r>
              <a:rPr lang="en-US" sz="2495" b="1">
                <a:solidFill>
                  <a:srgbClr val="090807"/>
                </a:solidFill>
                <a:latin typeface="Source Han Sans KR Bold"/>
                <a:ea typeface="Source Han Sans KR Bold"/>
                <a:cs typeface="Source Han Sans KR Bold"/>
              </a:rPr>
              <a:t>0</a:t>
            </a:r>
            <a:r>
              <a:rPr lang="ko-KR" sz="2495" b="1">
                <a:solidFill>
                  <a:srgbClr val="090807"/>
                </a:solidFill>
                <a:latin typeface="Source Han Sans KR Bold"/>
                <a:ea typeface="Source Han Sans KR Bold"/>
                <a:cs typeface="Source Han Sans KR Bold"/>
              </a:rPr>
              <a:t>3</a:t>
            </a:r>
            <a:r>
              <a:rPr lang="en-US" sz="2495" b="1">
                <a:solidFill>
                  <a:srgbClr val="090807"/>
                </a:solidFill>
                <a:latin typeface="Source Han Sans KR Bold"/>
                <a:ea typeface="Source Han Sans KR Bold"/>
                <a:cs typeface="Source Han Sans KR Bold"/>
              </a:rPr>
              <a:t> </a:t>
            </a:r>
            <a:r>
              <a:rPr lang="ko-KR" altLang="en-US" sz="2495" b="1">
                <a:solidFill>
                  <a:srgbClr val="090807"/>
                </a:solidFill>
                <a:latin typeface="Source Han Sans KR Bold"/>
                <a:ea typeface="Source Han Sans KR Bold"/>
                <a:cs typeface="Source Han Sans KR Bold"/>
              </a:rPr>
              <a:t>카메라 영상처리</a:t>
            </a:r>
            <a:endParaRPr lang="ko-KR" altLang="en-US" sz="2495" b="1">
              <a:solidFill>
                <a:srgbClr val="090807"/>
              </a:solidFill>
              <a:latin typeface="Source Han Sans KR Bold"/>
              <a:ea typeface="Source Han Sans KR Bold"/>
              <a:cs typeface="Source Han Sans KR Bold"/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pic>
        <p:nvPicPr>
          <p:cNvPr id="14" name="녹음 2025-04-29 133600.mp4">
            <a:hlinkClick r:id="" action="ppaction://media"/>
          </p:cNvPr>
          <p:cNvPicPr>
            <a:picLocks noGrp="1" noRot="1" noChangeAspect="1"/>
          </p:cNvPicPr>
          <p:nvPr>
            <p:ph idx="1"/>
            <a:videoFile r:link="rId3"/>
            <p:extLst>
              <p:ext uri="{DAA4B4D4-6D71-4841-9C94-3DE7FCFB9230}">
                <p14:media xmlns:p14="http://schemas.microsoft.com/office/powerpoint/2010/main" r:link="rId4"/>
              </p:ext>
            </p:extLst>
          </p:nvPr>
        </p:nvPicPr>
        <p:blipFill rotWithShape="1">
          <a:blip r:embed="rId5"/>
          <a:stretch>
            <a:fillRect/>
          </a:stretch>
        </p:blipFill>
        <p:spPr>
          <a:xfrm>
            <a:off x="4801235" y="1740431"/>
            <a:ext cx="8561687" cy="6806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2189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spd="med" mc:Ignorable="p14" p14:dur="20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8154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ef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AutoShape 2"/>
          <p:cNvCxnSpPr/>
          <p:nvPr/>
        </p:nvCxnSpPr>
        <p:spPr>
          <a:xfrm flipV="1">
            <a:off x="860425" y="1325880"/>
            <a:ext cx="3093720" cy="21590"/>
          </a:xfrm>
          <a:prstGeom prst="line">
            <a:avLst/>
          </a:prstGeom>
          <a:ln w="38100" cap="flat" cmpd="sng">
            <a:solidFill>
              <a:srgbClr val="090807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3"/>
          <p:cNvSpPr txBox="1"/>
          <p:nvPr/>
        </p:nvSpPr>
        <p:spPr>
          <a:xfrm>
            <a:off x="923925" y="765175"/>
            <a:ext cx="3877310" cy="444500"/>
          </a:xfrm>
          <a:prstGeom prst="rect">
            <a:avLst/>
          </a:prstGeom>
        </p:spPr>
        <p:txBody>
          <a:bodyPr vert="horz" wrap="square" lIns="0" tIns="0" rIns="0" bIns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  <a:buFontTx/>
              <a:buNone/>
              <a:defRPr/>
            </a:pPr>
            <a:r>
              <a:rPr lang="en-US" sz="2495" b="1">
                <a:solidFill>
                  <a:srgbClr val="090807"/>
                </a:solidFill>
                <a:latin typeface="Source Han Sans KR Bold"/>
                <a:ea typeface="Source Han Sans KR Bold"/>
                <a:cs typeface="Source Han Sans KR Bold"/>
              </a:rPr>
              <a:t>0</a:t>
            </a:r>
            <a:r>
              <a:rPr lang="ko-KR" sz="2495" b="1">
                <a:solidFill>
                  <a:srgbClr val="090807"/>
                </a:solidFill>
                <a:latin typeface="Source Han Sans KR Bold"/>
                <a:ea typeface="Source Han Sans KR Bold"/>
                <a:cs typeface="Source Han Sans KR Bold"/>
              </a:rPr>
              <a:t>3</a:t>
            </a:r>
            <a:r>
              <a:rPr lang="en-US" sz="2495" b="1">
                <a:solidFill>
                  <a:srgbClr val="090807"/>
                </a:solidFill>
                <a:latin typeface="Source Han Sans KR Bold"/>
                <a:ea typeface="Source Han Sans KR Bold"/>
                <a:cs typeface="Source Han Sans KR Bold"/>
              </a:rPr>
              <a:t> </a:t>
            </a:r>
            <a:r>
              <a:rPr lang="ko-KR" altLang="en-US" sz="2495" b="1">
                <a:solidFill>
                  <a:srgbClr val="090807"/>
                </a:solidFill>
                <a:latin typeface="Source Han Sans KR Bold"/>
                <a:ea typeface="Source Han Sans KR Bold"/>
                <a:cs typeface="Source Han Sans KR Bold"/>
              </a:rPr>
              <a:t>카메라 영상처리</a:t>
            </a:r>
            <a:endParaRPr lang="ko-KR" altLang="en-US" sz="2495" b="1">
              <a:solidFill>
                <a:srgbClr val="090807"/>
              </a:solidFill>
              <a:latin typeface="Source Han Sans KR Bold"/>
              <a:ea typeface="Source Han Sans KR Bold"/>
              <a:cs typeface="Source Han Sans KR Bold"/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4381500" y="876300"/>
            <a:ext cx="9525000" cy="8534400"/>
          </a:xfrm>
        </p:spPr>
        <p:txBody>
          <a:bodyPr/>
          <a:p>
            <a:pPr marL="400050" lvl="1" indent="0" algn="ctr" defTabSz="914400" rtl="0" eaLnBrk="1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3600"/>
              <a:t/>
            </a:r>
            <a:endParaRPr lang="ko-KR" altLang="en-US" sz="3600"/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1859280"/>
            <a:ext cx="9829800" cy="7612412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8226457" y="1859280"/>
            <a:ext cx="10061545" cy="7612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1267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spd="med" mc:Ignorable="p14" p14:dur="20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ef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AutoShape 2"/>
          <p:cNvCxnSpPr/>
          <p:nvPr/>
        </p:nvCxnSpPr>
        <p:spPr>
          <a:xfrm flipV="1">
            <a:off x="860425" y="1325880"/>
            <a:ext cx="3093720" cy="21590"/>
          </a:xfrm>
          <a:prstGeom prst="line">
            <a:avLst/>
          </a:prstGeom>
          <a:ln w="38100" cap="flat" cmpd="sng">
            <a:solidFill>
              <a:srgbClr val="090807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3"/>
          <p:cNvSpPr txBox="1"/>
          <p:nvPr/>
        </p:nvSpPr>
        <p:spPr>
          <a:xfrm>
            <a:off x="923925" y="765175"/>
            <a:ext cx="3877310" cy="444500"/>
          </a:xfrm>
          <a:prstGeom prst="rect">
            <a:avLst/>
          </a:prstGeom>
        </p:spPr>
        <p:txBody>
          <a:bodyPr vert="horz" wrap="square" lIns="0" tIns="0" rIns="0" bIns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  <a:buFontTx/>
              <a:buNone/>
              <a:defRPr/>
            </a:pPr>
            <a:r>
              <a:rPr lang="en-US" sz="2495" b="1">
                <a:solidFill>
                  <a:srgbClr val="090807"/>
                </a:solidFill>
                <a:latin typeface="Source Han Sans KR Bold"/>
                <a:ea typeface="Source Han Sans KR Bold"/>
                <a:cs typeface="Source Han Sans KR Bold"/>
              </a:rPr>
              <a:t>0</a:t>
            </a:r>
            <a:r>
              <a:rPr lang="ko-KR" sz="2495" b="1">
                <a:solidFill>
                  <a:srgbClr val="090807"/>
                </a:solidFill>
                <a:latin typeface="Source Han Sans KR Bold"/>
                <a:ea typeface="Source Han Sans KR Bold"/>
                <a:cs typeface="Source Han Sans KR Bold"/>
              </a:rPr>
              <a:t>3</a:t>
            </a:r>
            <a:r>
              <a:rPr lang="en-US" sz="2495" b="1">
                <a:solidFill>
                  <a:srgbClr val="090807"/>
                </a:solidFill>
                <a:latin typeface="Source Han Sans KR Bold"/>
                <a:ea typeface="Source Han Sans KR Bold"/>
                <a:cs typeface="Source Han Sans KR Bold"/>
              </a:rPr>
              <a:t> </a:t>
            </a:r>
            <a:r>
              <a:rPr lang="ko-KR" altLang="en-US" sz="2495" b="1">
                <a:solidFill>
                  <a:srgbClr val="090807"/>
                </a:solidFill>
                <a:latin typeface="Source Han Sans KR Bold"/>
                <a:ea typeface="Source Han Sans KR Bold"/>
                <a:cs typeface="Source Han Sans KR Bold"/>
              </a:rPr>
              <a:t>카메라 영상처리</a:t>
            </a:r>
            <a:endParaRPr lang="ko-KR" altLang="en-US" sz="2495" b="1">
              <a:solidFill>
                <a:srgbClr val="090807"/>
              </a:solidFill>
              <a:latin typeface="Source Han Sans KR Bold"/>
              <a:ea typeface="Source Han Sans KR Bold"/>
              <a:cs typeface="Source Han Sans KR Bold"/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4381500" y="876300"/>
            <a:ext cx="9525000" cy="8534400"/>
          </a:xfrm>
        </p:spPr>
        <p:txBody>
          <a:bodyPr/>
          <a:p>
            <a:pPr marL="400050" lvl="1" indent="0" algn="ctr" defTabSz="914400" rtl="0" eaLnBrk="1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3600"/>
              <a:t/>
            </a:r>
            <a:endParaRPr lang="ko-KR" altLang="en-US" sz="3600"/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1638300"/>
            <a:ext cx="9894427" cy="7992697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753600" y="1638300"/>
            <a:ext cx="8534400" cy="7992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7548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spd="med" mc:Ignorable="p14" p14:dur="2000"/>
    </mc:Choice>
    <mc:Fallback>
      <p:transition/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ef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AutoShape 2"/>
          <p:cNvCxnSpPr/>
          <p:nvPr/>
        </p:nvCxnSpPr>
        <p:spPr>
          <a:xfrm flipV="1">
            <a:off x="860425" y="1325880"/>
            <a:ext cx="3093720" cy="21590"/>
          </a:xfrm>
          <a:prstGeom prst="line">
            <a:avLst/>
          </a:prstGeom>
          <a:ln w="38100" cap="flat" cmpd="sng">
            <a:solidFill>
              <a:srgbClr val="090807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3"/>
          <p:cNvSpPr txBox="1"/>
          <p:nvPr/>
        </p:nvSpPr>
        <p:spPr>
          <a:xfrm>
            <a:off x="923925" y="765175"/>
            <a:ext cx="3877310" cy="444500"/>
          </a:xfrm>
          <a:prstGeom prst="rect">
            <a:avLst/>
          </a:prstGeom>
        </p:spPr>
        <p:txBody>
          <a:bodyPr vert="horz" wrap="square" lIns="0" tIns="0" rIns="0" bIns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  <a:buFontTx/>
              <a:buNone/>
              <a:defRPr/>
            </a:pPr>
            <a:r>
              <a:rPr lang="en-US" sz="2495" b="1">
                <a:solidFill>
                  <a:srgbClr val="090807"/>
                </a:solidFill>
                <a:latin typeface="Source Han Sans KR Bold"/>
                <a:ea typeface="Source Han Sans KR Bold"/>
                <a:cs typeface="Source Han Sans KR Bold"/>
              </a:rPr>
              <a:t>0</a:t>
            </a:r>
            <a:r>
              <a:rPr lang="ko-KR" sz="2495" b="1">
                <a:solidFill>
                  <a:srgbClr val="090807"/>
                </a:solidFill>
                <a:latin typeface="Source Han Sans KR Bold"/>
                <a:ea typeface="Source Han Sans KR Bold"/>
                <a:cs typeface="Source Han Sans KR Bold"/>
              </a:rPr>
              <a:t>3</a:t>
            </a:r>
            <a:r>
              <a:rPr lang="en-US" sz="2495" b="1">
                <a:solidFill>
                  <a:srgbClr val="090807"/>
                </a:solidFill>
                <a:latin typeface="Source Han Sans KR Bold"/>
                <a:ea typeface="Source Han Sans KR Bold"/>
                <a:cs typeface="Source Han Sans KR Bold"/>
              </a:rPr>
              <a:t> </a:t>
            </a:r>
            <a:r>
              <a:rPr lang="ko-KR" altLang="en-US" sz="2495" b="1">
                <a:solidFill>
                  <a:srgbClr val="090807"/>
                </a:solidFill>
                <a:latin typeface="Source Han Sans KR Bold"/>
                <a:ea typeface="Source Han Sans KR Bold"/>
                <a:cs typeface="Source Han Sans KR Bold"/>
              </a:rPr>
              <a:t>카메라 영상처리</a:t>
            </a:r>
            <a:endParaRPr lang="ko-KR" altLang="en-US" sz="2495" b="1">
              <a:solidFill>
                <a:srgbClr val="090807"/>
              </a:solidFill>
              <a:latin typeface="Source Han Sans KR Bold"/>
              <a:ea typeface="Source Han Sans KR Bold"/>
              <a:cs typeface="Source Han Sans KR Bold"/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4381500" y="876300"/>
            <a:ext cx="9525000" cy="8534400"/>
          </a:xfrm>
        </p:spPr>
        <p:txBody>
          <a:bodyPr/>
          <a:p>
            <a:pPr marL="400050" lvl="1" indent="0" algn="ctr" defTabSz="914400" rtl="0" eaLnBrk="1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3600"/>
              <a:t/>
            </a:r>
            <a:endParaRPr lang="ko-KR" altLang="en-US" sz="3600"/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60424" y="3093270"/>
            <a:ext cx="6149975" cy="4865632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7401116" y="3093270"/>
            <a:ext cx="6162483" cy="4865632"/>
          </a:xfrm>
          <a:prstGeom prst="rect">
            <a:avLst/>
          </a:prstGeom>
        </p:spPr>
      </p:pic>
      <p:pic>
        <p:nvPicPr>
          <p:cNvPr id="24" name="그림 23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4630400" y="2961523"/>
            <a:ext cx="1790950" cy="538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0607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spd="med" mc:Ignorable="p14" p14:dur="2000"/>
    </mc:Choice>
    <mc:Fallback>
      <p:transition/>
    </mc:Fallback>
  </mc:AlternateContent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ef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AutoShape 2"/>
          <p:cNvCxnSpPr/>
          <p:nvPr/>
        </p:nvCxnSpPr>
        <p:spPr>
          <a:xfrm flipV="1">
            <a:off x="860425" y="1325880"/>
            <a:ext cx="3093720" cy="21590"/>
          </a:xfrm>
          <a:prstGeom prst="line">
            <a:avLst/>
          </a:prstGeom>
          <a:ln w="38100" cap="flat" cmpd="sng">
            <a:solidFill>
              <a:srgbClr val="090807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3"/>
          <p:cNvSpPr txBox="1"/>
          <p:nvPr/>
        </p:nvSpPr>
        <p:spPr>
          <a:xfrm>
            <a:off x="923925" y="765175"/>
            <a:ext cx="3877310" cy="444500"/>
          </a:xfrm>
          <a:prstGeom prst="rect">
            <a:avLst/>
          </a:prstGeom>
        </p:spPr>
        <p:txBody>
          <a:bodyPr vert="horz" wrap="square" lIns="0" tIns="0" rIns="0" bIns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  <a:buFontTx/>
              <a:buNone/>
              <a:defRPr/>
            </a:pPr>
            <a:r>
              <a:rPr lang="en-US" sz="2495" b="1">
                <a:solidFill>
                  <a:srgbClr val="090807"/>
                </a:solidFill>
                <a:latin typeface="Source Han Sans KR Bold"/>
                <a:ea typeface="Source Han Sans KR Bold"/>
                <a:cs typeface="Source Han Sans KR Bold"/>
              </a:rPr>
              <a:t>0</a:t>
            </a:r>
            <a:r>
              <a:rPr lang="ko-KR" sz="2495" b="1">
                <a:solidFill>
                  <a:srgbClr val="090807"/>
                </a:solidFill>
                <a:latin typeface="Source Han Sans KR Bold"/>
                <a:ea typeface="Source Han Sans KR Bold"/>
                <a:cs typeface="Source Han Sans KR Bold"/>
              </a:rPr>
              <a:t>3</a:t>
            </a:r>
            <a:r>
              <a:rPr lang="en-US" sz="2495" b="1">
                <a:solidFill>
                  <a:srgbClr val="090807"/>
                </a:solidFill>
                <a:latin typeface="Source Han Sans KR Bold"/>
                <a:ea typeface="Source Han Sans KR Bold"/>
                <a:cs typeface="Source Han Sans KR Bold"/>
              </a:rPr>
              <a:t> </a:t>
            </a:r>
            <a:r>
              <a:rPr lang="ko-KR" altLang="en-US" sz="2495" b="1">
                <a:solidFill>
                  <a:srgbClr val="090807"/>
                </a:solidFill>
                <a:latin typeface="Source Han Sans KR Bold"/>
                <a:ea typeface="Source Han Sans KR Bold"/>
                <a:cs typeface="Source Han Sans KR Bold"/>
              </a:rPr>
              <a:t>카메라 영상처리</a:t>
            </a:r>
            <a:endParaRPr lang="ko-KR" altLang="en-US" sz="2495" b="1">
              <a:solidFill>
                <a:srgbClr val="090807"/>
              </a:solidFill>
              <a:latin typeface="Source Han Sans KR Bold"/>
              <a:ea typeface="Source Han Sans KR Bold"/>
              <a:cs typeface="Source Han Sans KR Bold"/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pic>
        <p:nvPicPr>
          <p:cNvPr id="26" name="output.avi">
            <a:hlinkClick r:id="" action="ppaction://media"/>
          </p:cNvPr>
          <p:cNvPicPr>
            <a:picLocks noGrp="1" noRot="1" noChangeAspect="1"/>
          </p:cNvPicPr>
          <p:nvPr>
            <p:ph idx="1"/>
            <a:videoFile r:link="rId3"/>
            <p:extLst>
              <p:ext uri="{DAA4B4D4-6D71-4841-9C94-3DE7FCFB9230}">
                <p14:media xmlns:p14="http://schemas.microsoft.com/office/powerpoint/2010/main" r:link="rId4"/>
              </p:ext>
            </p:extLst>
          </p:nvPr>
        </p:nvPicPr>
        <p:blipFill rotWithShape="1">
          <a:blip r:embed="rId5"/>
          <a:stretch>
            <a:fillRect/>
          </a:stretch>
        </p:blipFill>
        <p:spPr>
          <a:xfrm>
            <a:off x="4572000" y="1504950"/>
            <a:ext cx="9702800" cy="727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29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spd="med" mc:Ignorable="p14" p14:dur="20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3400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6"/>
                </p:tgtEl>
              </p:cMediaNode>
            </p:video>
          </p:childTnLst>
        </p:cTn>
      </p:par>
    </p:tnLst>
  </p:timing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xmlns:p14="http://schemas.microsoft.com/office/powerpoint/2010/main">
  <p:cSld>
    <p:bg>
      <p:bgPr>
        <a:solidFill>
          <a:srgbClr val="FEF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AutoShape 2"/>
          <p:cNvCxnSpPr/>
          <p:nvPr/>
        </p:nvCxnSpPr>
        <p:spPr>
          <a:xfrm rot="0" flipV="1">
            <a:off x="860425" y="1337945"/>
            <a:ext cx="2327275" cy="9525"/>
          </a:xfrm>
          <a:prstGeom prst="line"/>
          <a:ln w="38100" cap="flat" cmpd="sng">
            <a:solidFill>
              <a:srgbClr val="090807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6"/>
          <p:cNvSpPr txBox="1"/>
          <p:nvPr/>
        </p:nvSpPr>
        <p:spPr>
          <a:xfrm>
            <a:off x="923925" y="765175"/>
            <a:ext cx="3039110" cy="444500"/>
          </a:xfrm>
          <a:prstGeom prst="rect">
            <a:avLst/>
          </a:prstGeom>
        </p:spPr>
        <p:txBody>
          <a:bodyPr wrap="square" lIns="0" tIns="0" rIns="0" bIns="0" numCol="1" vert="horz" anchor="t">
            <a:spAutoFit/>
          </a:bodyPr>
          <a:lstStyle/>
          <a:p>
            <a:pPr marL="0" indent="0" algn="l">
              <a:lnSpc>
                <a:spcPts val="3499"/>
              </a:lnSpc>
              <a:spcBef>
                <a:spcPct val="0"/>
              </a:spcBef>
              <a:buFontTx/>
              <a:buNone/>
              <a:defRPr/>
            </a:pPr>
            <a:r>
              <a:rPr lang="en-US" sz="2495" b="1">
                <a:solidFill>
                  <a:srgbClr val="090807"/>
                </a:solidFill>
                <a:latin typeface="Source Han Sans KR Bold" charset="0"/>
                <a:ea typeface="Source Han Sans KR Bold" charset="0"/>
                <a:cs typeface="Source Han Sans KR Bold" charset="0"/>
              </a:rPr>
              <a:t>0</a:t>
            </a:r>
            <a:r>
              <a:rPr lang="ko-KR" sz="2495" b="1">
                <a:solidFill>
                  <a:srgbClr val="090807"/>
                </a:solidFill>
                <a:latin typeface="Source Han Sans KR Bold" charset="0"/>
                <a:ea typeface="Source Han Sans KR Bold" charset="0"/>
                <a:cs typeface="Source Han Sans KR Bold" charset="0"/>
              </a:rPr>
              <a:t>4</a:t>
            </a:r>
            <a:r>
              <a:rPr lang="en-US" sz="2495" b="1">
                <a:solidFill>
                  <a:srgbClr val="090807"/>
                </a:solidFill>
                <a:latin typeface="Source Han Sans KR Bold" charset="0"/>
                <a:ea typeface="Source Han Sans KR Bold" charset="0"/>
                <a:cs typeface="Source Han Sans KR Bold" charset="0"/>
              </a:rPr>
              <a:t> </a:t>
            </a:r>
            <a:r>
              <a:rPr lang="ko-KR" sz="2495" b="1">
                <a:solidFill>
                  <a:srgbClr val="090807"/>
                </a:solidFill>
                <a:latin typeface="Source Han Sans KR Bold" charset="0"/>
                <a:ea typeface="Source Han Sans KR Bold" charset="0"/>
                <a:cs typeface="Source Han Sans KR Bold" charset="0"/>
              </a:rPr>
              <a:t>로봇팔 설계</a:t>
            </a:r>
            <a:endParaRPr lang="ko-KR" altLang="en-US" sz="2495" b="1">
              <a:solidFill>
                <a:srgbClr val="090807"/>
              </a:solidFill>
              <a:latin typeface="Source Han Sans KR Bold" charset="0"/>
              <a:ea typeface="Source Han Sans KR Bold" charset="0"/>
              <a:cs typeface="Source Han Sans KR Bold" charset="0"/>
            </a:endParaRPr>
          </a:p>
        </p:txBody>
      </p:sp>
      <p:pic>
        <p:nvPicPr>
          <p:cNvPr id="27" name="그림 10" descr="C:/Users/user/AppData/Roaming/PolarisOffice/ETemp/2872_20316408/fImage442621229358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738630" y="1817370"/>
            <a:ext cx="6569710" cy="7804785"/>
          </a:xfrm>
          <a:prstGeom prst="rect"/>
          <a:noFill/>
        </p:spPr>
      </p:pic>
      <p:sp>
        <p:nvSpPr>
          <p:cNvPr id="28" name="텍스트 상자 11"/>
          <p:cNvSpPr txBox="1">
            <a:spLocks/>
          </p:cNvSpPr>
          <p:nvPr/>
        </p:nvSpPr>
        <p:spPr>
          <a:xfrm rot="0">
            <a:off x="9886315" y="5145405"/>
            <a:ext cx="7036435" cy="1143635"/>
          </a:xfrm>
          <a:prstGeom prst="rect"/>
        </p:spPr>
        <p:txBody>
          <a:bodyPr wrap="square" lIns="0" tIns="0" rIns="0" bIns="0" numCol="1" vert="horz" anchor="t">
            <a:spAutoFit/>
          </a:bodyPr>
          <a:lstStyle/>
          <a:p>
            <a:pPr marL="0" indent="0" algn="l">
              <a:lnSpc>
                <a:spcPts val="3000"/>
              </a:lnSpc>
              <a:buFontTx/>
              <a:buNone/>
              <a:defRPr/>
            </a:pPr>
            <a:r>
              <a:rPr lang="ko-KR" altLang="en-US" sz="2800" b="1">
                <a:solidFill>
                  <a:srgbClr val="090807"/>
                </a:solidFill>
                <a:latin typeface="Source Han Sans KR" charset="0"/>
                <a:ea typeface="Source Han Sans KR" charset="0"/>
                <a:cs typeface="Source Han Sans KR" charset="0"/>
              </a:rPr>
              <a:t>앞뒤,</a:t>
            </a:r>
            <a:r>
              <a:rPr lang="ko-KR" altLang="en-US" sz="2800" b="1">
                <a:solidFill>
                  <a:srgbClr val="090807"/>
                </a:solidFill>
                <a:latin typeface="Source Han Sans KR" charset="0"/>
                <a:ea typeface="Source Han Sans KR" charset="0"/>
                <a:cs typeface="Source Han Sans KR" charset="0"/>
              </a:rPr>
              <a:t> 위아래로 이동을 시키려 할</a:t>
            </a:r>
            <a:r>
              <a:rPr lang="ko-KR" altLang="en-US" sz="2800" b="1">
                <a:solidFill>
                  <a:srgbClr val="090807"/>
                </a:solidFill>
                <a:latin typeface="Source Han Sans KR" charset="0"/>
                <a:ea typeface="Source Han Sans KR" charset="0"/>
                <a:cs typeface="Source Han Sans KR" charset="0"/>
              </a:rPr>
              <a:t> 때,</a:t>
            </a:r>
            <a:r>
              <a:rPr lang="ko-KR" altLang="en-US" sz="2800" b="1">
                <a:solidFill>
                  <a:srgbClr val="090807"/>
                </a:solidFill>
                <a:latin typeface="Source Han Sans KR" charset="0"/>
                <a:ea typeface="Source Han Sans KR" charset="0"/>
                <a:cs typeface="Source Han Sans KR" charset="0"/>
              </a:rPr>
              <a:t> </a:t>
            </a:r>
            <a:endParaRPr lang="ko-KR" altLang="en-US" sz="2800" b="1">
              <a:solidFill>
                <a:srgbClr val="090807"/>
              </a:solidFill>
              <a:latin typeface="Source Han Sans KR" charset="0"/>
              <a:ea typeface="Source Han Sans KR" charset="0"/>
              <a:cs typeface="Source Han Sans KR" charset="0"/>
            </a:endParaRPr>
          </a:p>
          <a:p>
            <a:pPr marL="0" indent="0" algn="l">
              <a:lnSpc>
                <a:spcPts val="3000"/>
              </a:lnSpc>
              <a:buFontTx/>
              <a:buNone/>
              <a:defRPr/>
            </a:pPr>
            <a:endParaRPr lang="ko-KR" altLang="en-US" sz="2800" b="1">
              <a:solidFill>
                <a:srgbClr val="090807"/>
              </a:solidFill>
              <a:latin typeface="Source Han Sans KR" charset="0"/>
              <a:ea typeface="Source Han Sans KR" charset="0"/>
              <a:cs typeface="Source Han Sans KR" charset="0"/>
            </a:endParaRPr>
          </a:p>
          <a:p>
            <a:pPr marL="0" indent="0" algn="l">
              <a:lnSpc>
                <a:spcPts val="3000"/>
              </a:lnSpc>
              <a:buFontTx/>
              <a:buNone/>
              <a:defRPr/>
            </a:pPr>
            <a:r>
              <a:rPr lang="ko-KR" altLang="en-US" sz="2800" b="1">
                <a:solidFill>
                  <a:srgbClr val="090807"/>
                </a:solidFill>
                <a:latin typeface="Source Han Sans KR" charset="0"/>
                <a:ea typeface="Source Han Sans KR" charset="0"/>
                <a:cs typeface="Source Han Sans KR" charset="0"/>
              </a:rPr>
              <a:t>서로 영향을 받음</a:t>
            </a:r>
            <a:endParaRPr lang="ko-KR" altLang="en-US" sz="2800" b="1">
              <a:solidFill>
                <a:srgbClr val="090807"/>
              </a:solidFill>
              <a:latin typeface="Source Han Sans KR" charset="0"/>
              <a:ea typeface="Source Han Sans KR" charset="0"/>
              <a:cs typeface="Source Han Sans KR" charset="0"/>
            </a:endParaRPr>
          </a:p>
        </p:txBody>
      </p:sp>
      <p:cxnSp>
        <p:nvCxnSpPr>
          <p:cNvPr id="29" name="도형 12"/>
          <p:cNvCxnSpPr/>
          <p:nvPr/>
        </p:nvCxnSpPr>
        <p:spPr>
          <a:xfrm rot="0" flipV="1">
            <a:off x="11784330" y="4192270"/>
            <a:ext cx="2416810" cy="13970"/>
          </a:xfrm>
          <a:prstGeom prst="line"/>
          <a:ln w="38100" cap="flat" cmpd="sng">
            <a:solidFill>
              <a:srgbClr val="090807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텍스트 상자 13"/>
          <p:cNvSpPr txBox="1">
            <a:spLocks/>
          </p:cNvSpPr>
          <p:nvPr/>
        </p:nvSpPr>
        <p:spPr>
          <a:xfrm rot="0">
            <a:off x="12494895" y="3228340"/>
            <a:ext cx="1835150" cy="943610"/>
          </a:xfrm>
          <a:prstGeom prst="rect"/>
        </p:spPr>
        <p:txBody>
          <a:bodyPr wrap="square" lIns="0" tIns="0" rIns="0" bIns="0" numCol="1" vert="horz" anchor="t">
            <a:spAutoFit/>
          </a:bodyPr>
          <a:lstStyle/>
          <a:p>
            <a:pPr marL="0" indent="0" rtl="0" defTabSz="914400" eaLnBrk="1" latinLnBrk="0" hangingPunct="1">
              <a:lnSpc>
                <a:spcPts val="7426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lang="ko-KR" altLang="en-US" sz="2495" cap="none" i="0" b="1" strike="noStrike">
                <a:solidFill>
                  <a:srgbClr val="090807"/>
                </a:solidFill>
                <a:latin typeface="Raleway Bold" charset="0"/>
                <a:ea typeface="Raleway Bold" charset="0"/>
                <a:cs typeface="Raleway Bold" charset="0"/>
              </a:rPr>
              <a:t>문제점</a:t>
            </a:r>
            <a:endParaRPr lang="ko-KR" altLang="en-US" sz="2495" cap="none" i="0" b="1" strike="noStrike">
              <a:solidFill>
                <a:srgbClr val="090807"/>
              </a:solidFill>
              <a:latin typeface="Raleway Bold" charset="0"/>
              <a:ea typeface="Raleway Bold" charset="0"/>
              <a:cs typeface="Raleway Bold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Rect 0"/>
          <p:cNvCxnSpPr/>
          <p:nvPr/>
        </p:nvCxnSpPr>
        <p:spPr>
          <a:xfrm rot="0" flipV="1">
            <a:off x="860425" y="1337945"/>
            <a:ext cx="2327275" cy="9525"/>
          </a:xfrm>
          <a:prstGeom prst="line"/>
          <a:ln w="38100" cap="flat" cmpd="sng">
            <a:solidFill>
              <a:srgbClr val="090807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 0"/>
          <p:cNvSpPr txBox="1">
            <a:spLocks/>
          </p:cNvSpPr>
          <p:nvPr/>
        </p:nvSpPr>
        <p:spPr>
          <a:xfrm rot="0">
            <a:off x="923925" y="765175"/>
            <a:ext cx="3039110" cy="444500"/>
          </a:xfrm>
          <a:prstGeom prst="rect"/>
        </p:spPr>
        <p:txBody>
          <a:bodyPr wrap="square" lIns="0" tIns="0" rIns="0" bIns="0" numCol="1" vert="horz" anchor="t">
            <a:spAutoFit/>
          </a:bodyPr>
          <a:lstStyle/>
          <a:p>
            <a:pPr marL="0" indent="0" algn="l">
              <a:lnSpc>
                <a:spcPts val="3499"/>
              </a:lnSpc>
              <a:spcBef>
                <a:spcPct val="0"/>
              </a:spcBef>
              <a:buFontTx/>
              <a:buNone/>
              <a:defRPr/>
            </a:pPr>
            <a:r>
              <a:rPr lang="en-US" sz="2495" b="1">
                <a:solidFill>
                  <a:srgbClr val="090807"/>
                </a:solidFill>
                <a:latin typeface="Source Han Sans KR Bold" charset="0"/>
                <a:ea typeface="Source Han Sans KR Bold" charset="0"/>
                <a:cs typeface="Source Han Sans KR Bold" charset="0"/>
              </a:rPr>
              <a:t>0</a:t>
            </a:r>
            <a:r>
              <a:rPr lang="ko-KR" sz="2495" b="1">
                <a:solidFill>
                  <a:srgbClr val="090807"/>
                </a:solidFill>
                <a:latin typeface="Source Han Sans KR Bold" charset="0"/>
                <a:ea typeface="Source Han Sans KR Bold" charset="0"/>
                <a:cs typeface="Source Han Sans KR Bold" charset="0"/>
              </a:rPr>
              <a:t>4</a:t>
            </a:r>
            <a:r>
              <a:rPr lang="en-US" sz="2495" b="1">
                <a:solidFill>
                  <a:srgbClr val="090807"/>
                </a:solidFill>
                <a:latin typeface="Source Han Sans KR Bold" charset="0"/>
                <a:ea typeface="Source Han Sans KR Bold" charset="0"/>
                <a:cs typeface="Source Han Sans KR Bold" charset="0"/>
              </a:rPr>
              <a:t> </a:t>
            </a:r>
            <a:r>
              <a:rPr lang="ko-KR" sz="2495" b="1">
                <a:solidFill>
                  <a:srgbClr val="090807"/>
                </a:solidFill>
                <a:latin typeface="Source Han Sans KR Bold" charset="0"/>
                <a:ea typeface="Source Han Sans KR Bold" charset="0"/>
                <a:cs typeface="Source Han Sans KR Bold" charset="0"/>
              </a:rPr>
              <a:t>로봇팔 설계</a:t>
            </a:r>
            <a:endParaRPr lang="ko-KR" altLang="en-US" sz="2495" b="1">
              <a:solidFill>
                <a:srgbClr val="090807"/>
              </a:solidFill>
              <a:latin typeface="Source Han Sans KR Bold" charset="0"/>
              <a:ea typeface="Source Han Sans KR Bold" charset="0"/>
              <a:cs typeface="Source Han Sans KR Bold" charset="0"/>
            </a:endParaRPr>
          </a:p>
        </p:txBody>
      </p:sp>
      <p:sp>
        <p:nvSpPr>
          <p:cNvPr id="28" name="Rect 0"/>
          <p:cNvSpPr txBox="1">
            <a:spLocks/>
          </p:cNvSpPr>
          <p:nvPr/>
        </p:nvSpPr>
        <p:spPr>
          <a:xfrm rot="0">
            <a:off x="9886315" y="5145405"/>
            <a:ext cx="8190865" cy="2667635"/>
          </a:xfrm>
          <a:prstGeom prst="rect"/>
        </p:spPr>
        <p:txBody>
          <a:bodyPr wrap="square" lIns="0" tIns="0" rIns="0" bIns="0" numCol="1" vert="horz" anchor="t">
            <a:spAutoFit/>
          </a:bodyPr>
          <a:lstStyle/>
          <a:p>
            <a:pPr marL="0" indent="0" algn="l">
              <a:lnSpc>
                <a:spcPts val="3000"/>
              </a:lnSpc>
              <a:buFontTx/>
              <a:buNone/>
              <a:defRPr/>
            </a:pPr>
            <a:r>
              <a:rPr lang="ko-KR" altLang="en-US" sz="2800" b="1">
                <a:solidFill>
                  <a:srgbClr val="090807"/>
                </a:solidFill>
                <a:latin typeface="Source Han Sans KR" charset="0"/>
                <a:ea typeface="Source Han Sans KR" charset="0"/>
                <a:cs typeface="Source Han Sans KR" charset="0"/>
              </a:rPr>
              <a:t>앞뒤,</a:t>
            </a:r>
            <a:r>
              <a:rPr lang="ko-KR" altLang="en-US" sz="2800" b="1">
                <a:solidFill>
                  <a:srgbClr val="090807"/>
                </a:solidFill>
                <a:latin typeface="Source Han Sans KR" charset="0"/>
                <a:ea typeface="Source Han Sans KR" charset="0"/>
                <a:cs typeface="Source Han Sans KR" charset="0"/>
              </a:rPr>
              <a:t> 위아래로 이동을 시키려 할</a:t>
            </a:r>
            <a:r>
              <a:rPr lang="ko-KR" altLang="en-US" sz="2800" b="1">
                <a:solidFill>
                  <a:srgbClr val="090807"/>
                </a:solidFill>
                <a:latin typeface="Source Han Sans KR" charset="0"/>
                <a:ea typeface="Source Han Sans KR" charset="0"/>
                <a:cs typeface="Source Han Sans KR" charset="0"/>
              </a:rPr>
              <a:t> 때,</a:t>
            </a:r>
            <a:r>
              <a:rPr lang="ko-KR" altLang="en-US" sz="2800" b="1">
                <a:solidFill>
                  <a:srgbClr val="090807"/>
                </a:solidFill>
                <a:latin typeface="Source Han Sans KR" charset="0"/>
                <a:ea typeface="Source Han Sans KR" charset="0"/>
                <a:cs typeface="Source Han Sans KR" charset="0"/>
              </a:rPr>
              <a:t> </a:t>
            </a:r>
            <a:endParaRPr lang="ko-KR" altLang="en-US" sz="2800" b="1">
              <a:solidFill>
                <a:srgbClr val="090807"/>
              </a:solidFill>
              <a:latin typeface="Source Han Sans KR" charset="0"/>
              <a:ea typeface="Source Han Sans KR" charset="0"/>
              <a:cs typeface="Source Han Sans KR" charset="0"/>
            </a:endParaRPr>
          </a:p>
          <a:p>
            <a:pPr marL="0" indent="0" algn="l">
              <a:lnSpc>
                <a:spcPts val="3000"/>
              </a:lnSpc>
              <a:buFontTx/>
              <a:buNone/>
              <a:defRPr/>
            </a:pPr>
            <a:endParaRPr lang="ko-KR" altLang="en-US" sz="2800" b="1">
              <a:solidFill>
                <a:srgbClr val="090807"/>
              </a:solidFill>
              <a:latin typeface="Source Han Sans KR" charset="0"/>
              <a:ea typeface="Source Han Sans KR" charset="0"/>
              <a:cs typeface="Source Han Sans KR" charset="0"/>
            </a:endParaRPr>
          </a:p>
          <a:p>
            <a:pPr marL="0" indent="0" algn="l">
              <a:lnSpc>
                <a:spcPts val="3000"/>
              </a:lnSpc>
              <a:buFontTx/>
              <a:buNone/>
              <a:defRPr/>
            </a:pPr>
            <a:r>
              <a:rPr lang="ko-KR" altLang="en-US" sz="2800" b="1">
                <a:solidFill>
                  <a:srgbClr val="090807"/>
                </a:solidFill>
                <a:latin typeface="Source Han Sans KR" charset="0"/>
                <a:ea typeface="Source Han Sans KR" charset="0"/>
                <a:cs typeface="Source Han Sans KR" charset="0"/>
              </a:rPr>
              <a:t>서로 영향을 받</a:t>
            </a:r>
            <a:r>
              <a:rPr lang="ko-KR" altLang="en-US" sz="2800" b="1">
                <a:solidFill>
                  <a:srgbClr val="090807"/>
                </a:solidFill>
                <a:latin typeface="Source Han Sans KR" charset="0"/>
                <a:ea typeface="Source Han Sans KR" charset="0"/>
                <a:cs typeface="Source Han Sans KR" charset="0"/>
              </a:rPr>
              <a:t>지 </a:t>
            </a:r>
            <a:r>
              <a:rPr lang="ko-KR" altLang="en-US" sz="2800" b="1">
                <a:solidFill>
                  <a:srgbClr val="090807"/>
                </a:solidFill>
                <a:latin typeface="Source Han Sans KR" charset="0"/>
                <a:ea typeface="Source Han Sans KR" charset="0"/>
                <a:cs typeface="Source Han Sans KR" charset="0"/>
              </a:rPr>
              <a:t>않도록 함</a:t>
            </a:r>
            <a:endParaRPr lang="ko-KR" altLang="en-US" sz="2800" b="1">
              <a:solidFill>
                <a:srgbClr val="090807"/>
              </a:solidFill>
              <a:latin typeface="Source Han Sans KR" charset="0"/>
              <a:ea typeface="Source Han Sans KR" charset="0"/>
              <a:cs typeface="Source Han Sans KR" charset="0"/>
            </a:endParaRPr>
          </a:p>
          <a:p>
            <a:pPr marL="0" indent="0" algn="l">
              <a:lnSpc>
                <a:spcPts val="3000"/>
              </a:lnSpc>
              <a:buFontTx/>
              <a:buNone/>
              <a:defRPr/>
            </a:pPr>
            <a:endParaRPr lang="ko-KR" altLang="en-US" sz="2800" b="1">
              <a:solidFill>
                <a:srgbClr val="090807"/>
              </a:solidFill>
              <a:latin typeface="Source Han Sans KR" charset="0"/>
              <a:ea typeface="Source Han Sans KR" charset="0"/>
              <a:cs typeface="Source Han Sans KR" charset="0"/>
            </a:endParaRPr>
          </a:p>
          <a:p>
            <a:pPr marL="0" indent="0" algn="l">
              <a:lnSpc>
                <a:spcPts val="3000"/>
              </a:lnSpc>
              <a:buFontTx/>
              <a:buNone/>
              <a:defRPr/>
            </a:pPr>
            <a:r>
              <a:rPr lang="ko-KR" altLang="en-US" sz="2800" b="1">
                <a:solidFill>
                  <a:srgbClr val="090807"/>
                </a:solidFill>
                <a:latin typeface="Source Han Sans KR" charset="0"/>
                <a:ea typeface="Source Han Sans KR" charset="0"/>
                <a:cs typeface="Source Han Sans KR" charset="0"/>
              </a:rPr>
              <a:t>+ </a:t>
            </a:r>
            <a:r>
              <a:rPr lang="ko-KR" altLang="en-US" sz="2800" b="1">
                <a:solidFill>
                  <a:srgbClr val="090807"/>
                </a:solidFill>
                <a:latin typeface="Source Han Sans KR" charset="0"/>
                <a:ea typeface="Source Han Sans KR" charset="0"/>
                <a:cs typeface="Source Han Sans KR" charset="0"/>
              </a:rPr>
              <a:t>지지</a:t>
            </a:r>
            <a:r>
              <a:rPr lang="ko-KR" altLang="en-US" sz="2800" b="1">
                <a:solidFill>
                  <a:srgbClr val="090807"/>
                </a:solidFill>
                <a:latin typeface="Source Han Sans KR" charset="0"/>
                <a:ea typeface="Source Han Sans KR" charset="0"/>
                <a:cs typeface="Source Han Sans KR" charset="0"/>
              </a:rPr>
              <a:t>대</a:t>
            </a:r>
            <a:r>
              <a:rPr lang="ko-KR" altLang="en-US" sz="2800" b="1">
                <a:solidFill>
                  <a:srgbClr val="090807"/>
                </a:solidFill>
                <a:latin typeface="Source Han Sans KR" charset="0"/>
                <a:ea typeface="Source Han Sans KR" charset="0"/>
                <a:cs typeface="Source Han Sans KR" charset="0"/>
              </a:rPr>
              <a:t>쪽 </a:t>
            </a:r>
            <a:r>
              <a:rPr lang="ko-KR" altLang="en-US" sz="2800" b="1">
                <a:solidFill>
                  <a:srgbClr val="090807"/>
                </a:solidFill>
                <a:latin typeface="Source Han Sans KR" charset="0"/>
                <a:ea typeface="Source Han Sans KR" charset="0"/>
                <a:cs typeface="Source Han Sans KR" charset="0"/>
              </a:rPr>
              <a:t>이동이 원활하게 되도록 모터 2개 설치</a:t>
            </a:r>
            <a:endParaRPr lang="ko-KR" altLang="en-US" sz="2800" b="1">
              <a:solidFill>
                <a:srgbClr val="090807"/>
              </a:solidFill>
              <a:latin typeface="Source Han Sans KR" charset="0"/>
              <a:ea typeface="Source Han Sans KR" charset="0"/>
              <a:cs typeface="Source Han Sans KR" charset="0"/>
            </a:endParaRPr>
          </a:p>
          <a:p>
            <a:pPr marL="0" indent="0" algn="l">
              <a:lnSpc>
                <a:spcPts val="3000"/>
              </a:lnSpc>
              <a:buFontTx/>
              <a:buNone/>
              <a:defRPr/>
            </a:pPr>
            <a:endParaRPr lang="ko-KR" altLang="en-US" sz="2800" b="1">
              <a:solidFill>
                <a:srgbClr val="090807"/>
              </a:solidFill>
              <a:latin typeface="Source Han Sans KR" charset="0"/>
              <a:ea typeface="Source Han Sans KR" charset="0"/>
              <a:cs typeface="Source Han Sans KR" charset="0"/>
            </a:endParaRPr>
          </a:p>
          <a:p>
            <a:pPr marL="0" indent="0" algn="l">
              <a:lnSpc>
                <a:spcPts val="3000"/>
              </a:lnSpc>
              <a:buFontTx/>
              <a:buNone/>
              <a:defRPr/>
            </a:pPr>
            <a:r>
              <a:rPr lang="ko-KR" altLang="en-US" sz="2800" b="1">
                <a:solidFill>
                  <a:srgbClr val="090807"/>
                </a:solidFill>
                <a:latin typeface="Source Han Sans KR" charset="0"/>
                <a:ea typeface="Source Han Sans KR" charset="0"/>
                <a:cs typeface="Source Han Sans KR" charset="0"/>
              </a:rPr>
              <a:t>+</a:t>
            </a:r>
            <a:r>
              <a:rPr lang="ko-KR" altLang="en-US" sz="2800" b="1">
                <a:solidFill>
                  <a:srgbClr val="090807"/>
                </a:solidFill>
                <a:latin typeface="Source Han Sans KR" charset="0"/>
                <a:ea typeface="Source Han Sans KR" charset="0"/>
                <a:cs typeface="Source Han Sans KR" charset="0"/>
              </a:rPr>
              <a:t> </a:t>
            </a:r>
            <a:r>
              <a:rPr lang="ko-KR" altLang="en-US" sz="2800" b="1">
                <a:solidFill>
                  <a:srgbClr val="090807"/>
                </a:solidFill>
                <a:latin typeface="Source Han Sans KR" charset="0"/>
                <a:ea typeface="Source Han Sans KR" charset="0"/>
                <a:cs typeface="Source Han Sans KR" charset="0"/>
              </a:rPr>
              <a:t>지지</a:t>
            </a:r>
            <a:r>
              <a:rPr lang="ko-KR" altLang="en-US" sz="2800" b="1">
                <a:solidFill>
                  <a:srgbClr val="090807"/>
                </a:solidFill>
                <a:latin typeface="Source Han Sans KR" charset="0"/>
                <a:ea typeface="Source Han Sans KR" charset="0"/>
                <a:cs typeface="Source Han Sans KR" charset="0"/>
              </a:rPr>
              <a:t>대</a:t>
            </a:r>
            <a:r>
              <a:rPr lang="ko-KR" altLang="en-US" sz="2800" b="1">
                <a:solidFill>
                  <a:srgbClr val="090807"/>
                </a:solidFill>
                <a:latin typeface="Source Han Sans KR" charset="0"/>
                <a:ea typeface="Source Han Sans KR" charset="0"/>
                <a:cs typeface="Source Han Sans KR" charset="0"/>
              </a:rPr>
              <a:t>(</a:t>
            </a:r>
            <a:r>
              <a:rPr lang="ko-KR" altLang="en-US" sz="2800" b="1">
                <a:solidFill>
                  <a:srgbClr val="090807"/>
                </a:solidFill>
                <a:latin typeface="Source Han Sans KR" charset="0"/>
                <a:ea typeface="Source Han Sans KR" charset="0"/>
                <a:cs typeface="Source Han Sans KR" charset="0"/>
              </a:rPr>
              <a:t>좌우), 조명</a:t>
            </a:r>
            <a:r>
              <a:rPr lang="ko-KR" altLang="en-US" sz="2800" b="1">
                <a:solidFill>
                  <a:srgbClr val="090807"/>
                </a:solidFill>
                <a:latin typeface="Source Han Sans KR" charset="0"/>
                <a:ea typeface="Source Han Sans KR" charset="0"/>
                <a:cs typeface="Source Han Sans KR" charset="0"/>
              </a:rPr>
              <a:t> </a:t>
            </a:r>
            <a:r>
              <a:rPr lang="ko-KR" altLang="en-US" sz="2800" b="1">
                <a:solidFill>
                  <a:srgbClr val="090807"/>
                </a:solidFill>
                <a:latin typeface="Source Han Sans KR" charset="0"/>
                <a:ea typeface="Source Han Sans KR" charset="0"/>
                <a:cs typeface="Source Han Sans KR" charset="0"/>
              </a:rPr>
              <a:t>연결부분은 추후 설계 예정</a:t>
            </a:r>
            <a:endParaRPr lang="ko-KR" altLang="en-US" sz="2800" b="1">
              <a:solidFill>
                <a:srgbClr val="090807"/>
              </a:solidFill>
              <a:latin typeface="Source Han Sans KR" charset="0"/>
              <a:ea typeface="Source Han Sans KR" charset="0"/>
              <a:cs typeface="Source Han Sans KR" charset="0"/>
            </a:endParaRPr>
          </a:p>
        </p:txBody>
      </p:sp>
      <p:cxnSp>
        <p:nvCxnSpPr>
          <p:cNvPr id="29" name="Rect 0"/>
          <p:cNvCxnSpPr/>
          <p:nvPr/>
        </p:nvCxnSpPr>
        <p:spPr>
          <a:xfrm rot="0" flipV="1">
            <a:off x="11784330" y="4192270"/>
            <a:ext cx="2416810" cy="13970"/>
          </a:xfrm>
          <a:prstGeom prst="line"/>
          <a:ln w="38100" cap="flat" cmpd="sng">
            <a:solidFill>
              <a:srgbClr val="090807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 0"/>
          <p:cNvSpPr txBox="1">
            <a:spLocks/>
          </p:cNvSpPr>
          <p:nvPr/>
        </p:nvSpPr>
        <p:spPr>
          <a:xfrm rot="0">
            <a:off x="12324715" y="3216275"/>
            <a:ext cx="1421765" cy="943610"/>
          </a:xfrm>
          <a:prstGeom prst="rect"/>
        </p:spPr>
        <p:txBody>
          <a:bodyPr wrap="square" lIns="0" tIns="0" rIns="0" bIns="0" numCol="1" vert="horz" anchor="t">
            <a:spAutoFit/>
          </a:bodyPr>
          <a:lstStyle/>
          <a:p>
            <a:pPr marL="0" indent="0" rtl="0" defTabSz="914400" eaLnBrk="1" latinLnBrk="0" hangingPunct="1">
              <a:lnSpc>
                <a:spcPts val="7426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lang="ko-KR" altLang="en-US" sz="2495" cap="none" i="0" b="1" strike="noStrike">
                <a:solidFill>
                  <a:srgbClr val="090807"/>
                </a:solidFill>
                <a:latin typeface="Raleway Bold" charset="0"/>
                <a:ea typeface="Raleway Bold" charset="0"/>
                <a:cs typeface="Raleway Bold" charset="0"/>
              </a:rPr>
              <a:t>해결 </a:t>
            </a:r>
            <a:r>
              <a:rPr lang="ko-KR" altLang="en-US" sz="2495" cap="none" i="0" b="1" strike="noStrike">
                <a:solidFill>
                  <a:srgbClr val="090807"/>
                </a:solidFill>
                <a:latin typeface="Raleway Bold" charset="0"/>
                <a:ea typeface="Raleway Bold" charset="0"/>
                <a:cs typeface="Raleway Bold" charset="0"/>
              </a:rPr>
              <a:t>방안</a:t>
            </a:r>
            <a:endParaRPr lang="ko-KR" altLang="en-US" sz="2495" cap="none" i="0" b="1" strike="noStrike">
              <a:solidFill>
                <a:srgbClr val="090807"/>
              </a:solidFill>
              <a:latin typeface="Raleway Bold" charset="0"/>
              <a:ea typeface="Raleway Bold" charset="0"/>
              <a:cs typeface="Raleway Bold" charset="0"/>
            </a:endParaRPr>
          </a:p>
        </p:txBody>
      </p:sp>
      <p:pic>
        <p:nvPicPr>
          <p:cNvPr id="31" name="그림 16" descr="C:/Users/user/AppData/Roaming/PolarisOffice/ETemp/2872_20316408/fImage609602096962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756285" y="2101215"/>
            <a:ext cx="8586470" cy="693801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 0"/>
          <p:cNvSpPr txBox="1">
            <a:spLocks/>
          </p:cNvSpPr>
          <p:nvPr/>
        </p:nvSpPr>
        <p:spPr>
          <a:xfrm rot="0">
            <a:off x="923925" y="765175"/>
            <a:ext cx="3039745" cy="445135"/>
          </a:xfrm>
          <a:prstGeom prst="rect"/>
        </p:spPr>
        <p:txBody>
          <a:bodyPr wrap="square" lIns="0" tIns="0" rIns="0" bIns="0" numCol="1" vert="horz" anchor="t">
            <a:spAutoFit/>
          </a:bodyPr>
          <a:lstStyle/>
          <a:p>
            <a:pPr marL="0" indent="0" algn="l">
              <a:lnSpc>
                <a:spcPts val="3499"/>
              </a:lnSpc>
              <a:spcBef>
                <a:spcPct val="0"/>
              </a:spcBef>
              <a:buFontTx/>
              <a:buNone/>
              <a:defRPr/>
            </a:pPr>
            <a:r>
              <a:rPr lang="en-US" sz="2490" b="1">
                <a:solidFill>
                  <a:srgbClr val="090807"/>
                </a:solidFill>
                <a:latin typeface="Source Han Sans KR Bold" charset="0"/>
                <a:ea typeface="Source Han Sans KR Bold" charset="0"/>
                <a:cs typeface="Source Han Sans KR Bold" charset="0"/>
              </a:rPr>
              <a:t>0</a:t>
            </a:r>
            <a:r>
              <a:rPr lang="ko-KR" sz="2490" b="1">
                <a:solidFill>
                  <a:srgbClr val="090807"/>
                </a:solidFill>
                <a:latin typeface="Source Han Sans KR Bold" charset="0"/>
                <a:ea typeface="Source Han Sans KR Bold" charset="0"/>
                <a:cs typeface="Source Han Sans KR Bold" charset="0"/>
              </a:rPr>
              <a:t>5</a:t>
            </a:r>
            <a:r>
              <a:rPr lang="en-US" sz="2490" b="1">
                <a:solidFill>
                  <a:srgbClr val="090807"/>
                </a:solidFill>
                <a:latin typeface="Source Han Sans KR Bold" charset="0"/>
                <a:ea typeface="Source Han Sans KR Bold" charset="0"/>
                <a:cs typeface="Source Han Sans KR Bold" charset="0"/>
              </a:rPr>
              <a:t> </a:t>
            </a:r>
            <a:r>
              <a:rPr lang="ko-KR" sz="2490" b="1">
                <a:solidFill>
                  <a:srgbClr val="090807"/>
                </a:solidFill>
                <a:latin typeface="Source Han Sans KR Bold" charset="0"/>
                <a:ea typeface="Source Han Sans KR Bold" charset="0"/>
                <a:cs typeface="Source Han Sans KR Bold" charset="0"/>
              </a:rPr>
              <a:t>로봇팔 작동 코드</a:t>
            </a:r>
            <a:endParaRPr lang="ko-KR" altLang="en-US" sz="2490" b="1">
              <a:solidFill>
                <a:srgbClr val="090807"/>
              </a:solidFill>
              <a:latin typeface="Source Han Sans KR Bold" charset="0"/>
              <a:ea typeface="Source Han Sans KR Bold" charset="0"/>
              <a:cs typeface="Source Han Sans KR Bold" charset="0"/>
            </a:endParaRPr>
          </a:p>
        </p:txBody>
      </p:sp>
      <p:cxnSp>
        <p:nvCxnSpPr>
          <p:cNvPr id="32" name="Rect 0"/>
          <p:cNvCxnSpPr/>
          <p:nvPr/>
        </p:nvCxnSpPr>
        <p:spPr>
          <a:xfrm rot="0" flipV="1">
            <a:off x="860425" y="1325880"/>
            <a:ext cx="3094355" cy="22225"/>
          </a:xfrm>
          <a:prstGeom prst="line"/>
          <a:ln w="38100" cap="flat" cmpd="sng">
            <a:solidFill>
              <a:srgbClr val="090807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 0"/>
          <p:cNvSpPr txBox="1">
            <a:spLocks/>
          </p:cNvSpPr>
          <p:nvPr/>
        </p:nvSpPr>
        <p:spPr>
          <a:xfrm rot="0">
            <a:off x="1219200" y="2333625"/>
            <a:ext cx="12771120" cy="462280"/>
          </a:xfrm>
          <a:prstGeom prst="rect"/>
        </p:spPr>
        <p:txBody>
          <a:bodyPr wrap="square" lIns="0" tIns="0" rIns="0" bIns="0" numCol="1" vert="horz" anchor="t">
            <a:sp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3000" b="1">
                <a:solidFill>
                  <a:srgbClr val="090807"/>
                </a:solidFill>
                <a:latin typeface="Source Han Sans KR Bold" charset="0"/>
                <a:ea typeface="Source Han Sans KR Bold" charset="0"/>
              </a:rPr>
              <a:t>1.</a:t>
            </a:r>
            <a:r>
              <a:rPr sz="3000" b="1">
                <a:solidFill>
                  <a:srgbClr val="090807"/>
                </a:solidFill>
                <a:latin typeface="Source Han Sans KR Bold" charset="0"/>
                <a:ea typeface="Source Han Sans KR Bold" charset="0"/>
              </a:rPr>
              <a:t> </a:t>
            </a:r>
            <a:r>
              <a:rPr lang="ko-KR" sz="3000" b="1">
                <a:solidFill>
                  <a:srgbClr val="090807"/>
                </a:solidFill>
                <a:latin typeface="Source Han Sans KR Bold" charset="0"/>
                <a:ea typeface="Source Han Sans KR Bold" charset="0"/>
              </a:rPr>
              <a:t>서보모터 </a:t>
            </a:r>
            <a:r>
              <a:rPr lang="ko-KR" sz="3000" b="1">
                <a:solidFill>
                  <a:srgbClr val="090807"/>
                </a:solidFill>
                <a:latin typeface="Source Han Sans KR Bold" charset="0"/>
                <a:ea typeface="Source Han Sans KR Bold" charset="0"/>
              </a:rPr>
              <a:t>드라이버 객체 생성 + 서보모터 동작 범위 설정</a:t>
            </a:r>
            <a:r>
              <a:rPr sz="3000" b="1">
                <a:solidFill>
                  <a:srgbClr val="090807"/>
                </a:solidFill>
                <a:latin typeface="Source Han Sans KR Bold" charset="0"/>
                <a:ea typeface="Source Han Sans KR Bold" charset="0"/>
              </a:rPr>
              <a:t> </a:t>
            </a:r>
            <a:endParaRPr lang="ko-KR" altLang="en-US" sz="3000" b="1">
              <a:solidFill>
                <a:srgbClr val="090807"/>
              </a:solidFill>
              <a:latin typeface="Source Han Sans KR Bold" charset="0"/>
              <a:ea typeface="Source Han Sans KR Bold" charset="0"/>
            </a:endParaRPr>
          </a:p>
        </p:txBody>
      </p:sp>
      <p:pic>
        <p:nvPicPr>
          <p:cNvPr id="36" name="그림 2" descr="C:/Users/user/AppData/Roaming/PolarisOffice/ETemp/19596_12523112/fImage1123623241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225550" y="3390265"/>
            <a:ext cx="11198860" cy="385000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xmlns:p14="http://schemas.microsoft.com/office/powerpoint/2010/main">
  <p:cSld>
    <p:bg>
      <p:bgPr>
        <a:solidFill>
          <a:srgbClr val="FEF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6"/>
          <p:cNvSpPr txBox="1"/>
          <p:nvPr/>
        </p:nvSpPr>
        <p:spPr>
          <a:xfrm>
            <a:off x="923925" y="765175"/>
            <a:ext cx="3039110" cy="444500"/>
          </a:xfrm>
          <a:prstGeom prst="rect">
            <a:avLst/>
          </a:prstGeom>
        </p:spPr>
        <p:txBody>
          <a:bodyPr wrap="square" lIns="0" tIns="0" rIns="0" bIns="0" numCol="1" vert="horz" anchor="t">
            <a:spAutoFit/>
          </a:bodyPr>
          <a:lstStyle/>
          <a:p>
            <a:pPr marL="0" indent="0" algn="l">
              <a:lnSpc>
                <a:spcPts val="3499"/>
              </a:lnSpc>
              <a:spcBef>
                <a:spcPct val="0"/>
              </a:spcBef>
              <a:buFontTx/>
              <a:buNone/>
              <a:defRPr/>
            </a:pPr>
            <a:r>
              <a:rPr lang="en-US" sz="2495" b="1">
                <a:solidFill>
                  <a:srgbClr val="090807"/>
                </a:solidFill>
                <a:latin typeface="Source Han Sans KR Bold" charset="0"/>
                <a:ea typeface="Source Han Sans KR Bold" charset="0"/>
                <a:cs typeface="Source Han Sans KR Bold" charset="0"/>
              </a:rPr>
              <a:t>0</a:t>
            </a:r>
            <a:r>
              <a:rPr lang="ko-KR" sz="2495" b="1">
                <a:solidFill>
                  <a:srgbClr val="090807"/>
                </a:solidFill>
                <a:latin typeface="Source Han Sans KR Bold" charset="0"/>
                <a:ea typeface="Source Han Sans KR Bold" charset="0"/>
                <a:cs typeface="Source Han Sans KR Bold" charset="0"/>
              </a:rPr>
              <a:t>5</a:t>
            </a:r>
            <a:r>
              <a:rPr lang="en-US" sz="2495" b="1">
                <a:solidFill>
                  <a:srgbClr val="090807"/>
                </a:solidFill>
                <a:latin typeface="Source Han Sans KR Bold" charset="0"/>
                <a:ea typeface="Source Han Sans KR Bold" charset="0"/>
                <a:cs typeface="Source Han Sans KR Bold" charset="0"/>
              </a:rPr>
              <a:t> </a:t>
            </a:r>
            <a:r>
              <a:rPr lang="ko-KR" sz="2495" b="1">
                <a:solidFill>
                  <a:srgbClr val="090807"/>
                </a:solidFill>
                <a:latin typeface="Source Han Sans KR Bold" charset="0"/>
                <a:ea typeface="Source Han Sans KR Bold" charset="0"/>
                <a:cs typeface="Source Han Sans KR Bold" charset="0"/>
              </a:rPr>
              <a:t>로봇팔 </a:t>
            </a:r>
            <a:r>
              <a:rPr lang="ko-KR" sz="2495" b="1">
                <a:solidFill>
                  <a:srgbClr val="090807"/>
                </a:solidFill>
                <a:latin typeface="Source Han Sans KR Bold" charset="0"/>
                <a:ea typeface="Source Han Sans KR Bold" charset="0"/>
                <a:cs typeface="Source Han Sans KR Bold" charset="0"/>
              </a:rPr>
              <a:t>작동 </a:t>
            </a:r>
            <a:r>
              <a:rPr lang="ko-KR" sz="2495" b="1">
                <a:solidFill>
                  <a:srgbClr val="090807"/>
                </a:solidFill>
                <a:latin typeface="Source Han Sans KR Bold" charset="0"/>
                <a:ea typeface="Source Han Sans KR Bold" charset="0"/>
                <a:cs typeface="Source Han Sans KR Bold" charset="0"/>
              </a:rPr>
              <a:t>코드</a:t>
            </a:r>
            <a:endParaRPr lang="ko-KR" altLang="en-US" sz="2495" b="1">
              <a:solidFill>
                <a:srgbClr val="090807"/>
              </a:solidFill>
              <a:latin typeface="Source Han Sans KR Bold" charset="0"/>
              <a:ea typeface="Source Han Sans KR Bold" charset="0"/>
              <a:cs typeface="Source Han Sans KR Bold" charset="0"/>
            </a:endParaRPr>
          </a:p>
        </p:txBody>
      </p:sp>
      <p:cxnSp>
        <p:nvCxnSpPr>
          <p:cNvPr id="32" name="도형 7"/>
          <p:cNvCxnSpPr/>
          <p:nvPr/>
        </p:nvCxnSpPr>
        <p:spPr>
          <a:xfrm rot="0" flipV="1">
            <a:off x="860425" y="1325880"/>
            <a:ext cx="3093720" cy="21590"/>
          </a:xfrm>
          <a:prstGeom prst="line"/>
          <a:ln w="38100" cap="flat" cmpd="sng">
            <a:solidFill>
              <a:srgbClr val="090807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텍스트 상자 19"/>
          <p:cNvSpPr txBox="1">
            <a:spLocks/>
          </p:cNvSpPr>
          <p:nvPr/>
        </p:nvSpPr>
        <p:spPr>
          <a:xfrm>
            <a:off x="1219200" y="2333625"/>
            <a:ext cx="12771120" cy="462280"/>
          </a:xfrm>
          <a:prstGeom prst="rect"/>
        </p:spPr>
        <p:txBody>
          <a:bodyPr wrap="square" lIns="0" tIns="0" rIns="0" bIns="0" numCol="1" vert="horz" anchor="t">
            <a:sp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3000" b="1">
                <a:solidFill>
                  <a:srgbClr val="090807"/>
                </a:solidFill>
                <a:latin typeface="Source Han Sans KR Bold" charset="0"/>
                <a:ea typeface="Source Han Sans KR Bold" charset="0"/>
              </a:rPr>
              <a:t>2</a:t>
            </a:r>
            <a:r>
              <a:rPr sz="3000" b="1">
                <a:solidFill>
                  <a:srgbClr val="090807"/>
                </a:solidFill>
                <a:latin typeface="Source Han Sans KR Bold" charset="0"/>
                <a:ea typeface="Source Han Sans KR Bold" charset="0"/>
              </a:rPr>
              <a:t>. 각 </a:t>
            </a:r>
            <a:r>
              <a:rPr sz="3000" b="1">
                <a:solidFill>
                  <a:srgbClr val="090807"/>
                </a:solidFill>
                <a:latin typeface="Source Han Sans KR Bold" charset="0"/>
                <a:ea typeface="Source Han Sans KR Bold" charset="0"/>
              </a:rPr>
              <a:t>서보모터를 클래스로 정의 </a:t>
            </a:r>
            <a:endParaRPr lang="ko-KR" altLang="en-US" sz="3000" b="1">
              <a:solidFill>
                <a:srgbClr val="090807"/>
              </a:solidFill>
              <a:latin typeface="Source Han Sans KR Bold" charset="0"/>
              <a:ea typeface="Source Han Sans KR Bold" charset="0"/>
            </a:endParaRPr>
          </a:p>
        </p:txBody>
      </p:sp>
      <p:pic>
        <p:nvPicPr>
          <p:cNvPr id="36" name="그림 66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216660" y="3133725"/>
            <a:ext cx="7262495" cy="6610350"/>
          </a:xfrm>
          <a:prstGeom prst="rect"/>
          <a:noFill/>
        </p:spPr>
      </p:pic>
      <p:pic>
        <p:nvPicPr>
          <p:cNvPr id="37" name="그림 3" descr="C:/Users/user/AppData/Roaming/PolarisOffice/ETemp/19596_12523112/fImage61292338467.png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0551795" y="3941445"/>
            <a:ext cx="5567045" cy="390969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xmlns:p14="http://schemas.microsoft.com/office/powerpoint/2010/main">
  <p:cSld>
    <p:bg>
      <p:bgPr>
        <a:solidFill>
          <a:srgbClr val="FEF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6"/>
          <p:cNvSpPr txBox="1"/>
          <p:nvPr/>
        </p:nvSpPr>
        <p:spPr>
          <a:xfrm>
            <a:off x="923925" y="765175"/>
            <a:ext cx="3039110" cy="444500"/>
          </a:xfrm>
          <a:prstGeom prst="rect">
            <a:avLst/>
          </a:prstGeom>
        </p:spPr>
        <p:txBody>
          <a:bodyPr wrap="square" lIns="0" tIns="0" rIns="0" bIns="0" numCol="1" vert="horz" anchor="t">
            <a:spAutoFit/>
          </a:bodyPr>
          <a:lstStyle/>
          <a:p>
            <a:pPr marL="0" indent="0" algn="l">
              <a:lnSpc>
                <a:spcPts val="3499"/>
              </a:lnSpc>
              <a:spcBef>
                <a:spcPct val="0"/>
              </a:spcBef>
              <a:buFontTx/>
              <a:buNone/>
              <a:defRPr/>
            </a:pPr>
            <a:r>
              <a:rPr lang="en-US" sz="2495" b="1">
                <a:solidFill>
                  <a:srgbClr val="090807"/>
                </a:solidFill>
                <a:latin typeface="Source Han Sans KR Bold" charset="0"/>
                <a:ea typeface="Source Han Sans KR Bold" charset="0"/>
                <a:cs typeface="Source Han Sans KR Bold" charset="0"/>
              </a:rPr>
              <a:t>0</a:t>
            </a:r>
            <a:r>
              <a:rPr lang="ko-KR" sz="2495" b="1">
                <a:solidFill>
                  <a:srgbClr val="090807"/>
                </a:solidFill>
                <a:latin typeface="Source Han Sans KR Bold" charset="0"/>
                <a:ea typeface="Source Han Sans KR Bold" charset="0"/>
                <a:cs typeface="Source Han Sans KR Bold" charset="0"/>
              </a:rPr>
              <a:t>5</a:t>
            </a:r>
            <a:r>
              <a:rPr lang="en-US" sz="2495" b="1">
                <a:solidFill>
                  <a:srgbClr val="090807"/>
                </a:solidFill>
                <a:latin typeface="Source Han Sans KR Bold" charset="0"/>
                <a:ea typeface="Source Han Sans KR Bold" charset="0"/>
                <a:cs typeface="Source Han Sans KR Bold" charset="0"/>
              </a:rPr>
              <a:t> </a:t>
            </a:r>
            <a:r>
              <a:rPr lang="ko-KR" sz="2495" b="1">
                <a:solidFill>
                  <a:srgbClr val="090807"/>
                </a:solidFill>
                <a:latin typeface="Source Han Sans KR Bold" charset="0"/>
                <a:ea typeface="Source Han Sans KR Bold" charset="0"/>
                <a:cs typeface="Source Han Sans KR Bold" charset="0"/>
              </a:rPr>
              <a:t>로봇팔 </a:t>
            </a:r>
            <a:r>
              <a:rPr lang="ko-KR" sz="2495" b="1">
                <a:solidFill>
                  <a:srgbClr val="090807"/>
                </a:solidFill>
                <a:latin typeface="Source Han Sans KR Bold" charset="0"/>
                <a:ea typeface="Source Han Sans KR Bold" charset="0"/>
                <a:cs typeface="Source Han Sans KR Bold" charset="0"/>
              </a:rPr>
              <a:t>작동 </a:t>
            </a:r>
            <a:r>
              <a:rPr lang="ko-KR" sz="2495" b="1">
                <a:solidFill>
                  <a:srgbClr val="090807"/>
                </a:solidFill>
                <a:latin typeface="Source Han Sans KR Bold" charset="0"/>
                <a:ea typeface="Source Han Sans KR Bold" charset="0"/>
                <a:cs typeface="Source Han Sans KR Bold" charset="0"/>
              </a:rPr>
              <a:t>코드</a:t>
            </a:r>
            <a:endParaRPr lang="ko-KR" altLang="en-US" sz="2495" b="1">
              <a:solidFill>
                <a:srgbClr val="090807"/>
              </a:solidFill>
              <a:latin typeface="Source Han Sans KR Bold" charset="0"/>
              <a:ea typeface="Source Han Sans KR Bold" charset="0"/>
              <a:cs typeface="Source Han Sans KR Bold" charset="0"/>
            </a:endParaRPr>
          </a:p>
        </p:txBody>
      </p:sp>
      <p:cxnSp>
        <p:nvCxnSpPr>
          <p:cNvPr id="27" name="도형 6"/>
          <p:cNvCxnSpPr/>
          <p:nvPr/>
        </p:nvCxnSpPr>
        <p:spPr>
          <a:xfrm rot="0" flipV="1">
            <a:off x="860425" y="1325880"/>
            <a:ext cx="3093720" cy="21590"/>
          </a:xfrm>
          <a:prstGeom prst="line"/>
          <a:ln w="38100" cap="flat" cmpd="sng">
            <a:solidFill>
              <a:srgbClr val="090807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텍스트 상자 62"/>
          <p:cNvSpPr txBox="1">
            <a:spLocks/>
          </p:cNvSpPr>
          <p:nvPr/>
        </p:nvSpPr>
        <p:spPr>
          <a:xfrm>
            <a:off x="1219200" y="2333625"/>
            <a:ext cx="12771120" cy="462280"/>
          </a:xfrm>
          <a:prstGeom prst="rect"/>
        </p:spPr>
        <p:txBody>
          <a:bodyPr wrap="square" lIns="0" tIns="0" rIns="0" bIns="0" numCol="1" vert="horz" anchor="t">
            <a:sp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3000" b="1">
                <a:solidFill>
                  <a:srgbClr val="090807"/>
                </a:solidFill>
                <a:latin typeface="Source Han Sans KR Bold" charset="0"/>
                <a:ea typeface="Source Han Sans KR Bold" charset="0"/>
              </a:rPr>
              <a:t>3</a:t>
            </a:r>
            <a:r>
              <a:rPr sz="3000" b="1">
                <a:solidFill>
                  <a:srgbClr val="090807"/>
                </a:solidFill>
                <a:latin typeface="Source Han Sans KR Bold" charset="0"/>
                <a:ea typeface="Source Han Sans KR Bold" charset="0"/>
              </a:rPr>
              <a:t>. 위아래, 앞뒤 조절 함수</a:t>
            </a:r>
            <a:r>
              <a:rPr lang="ko-KR" sz="3000" b="1">
                <a:solidFill>
                  <a:srgbClr val="090807"/>
                </a:solidFill>
                <a:latin typeface="Source Han Sans KR Bold" charset="0"/>
                <a:ea typeface="Source Han Sans KR Bold" charset="0"/>
              </a:rPr>
              <a:t> </a:t>
            </a:r>
            <a:r>
              <a:rPr lang="ko-KR" sz="3000" b="1">
                <a:solidFill>
                  <a:srgbClr val="090807"/>
                </a:solidFill>
                <a:latin typeface="Source Han Sans KR Bold" charset="0"/>
                <a:ea typeface="Source Han Sans KR Bold" charset="0"/>
              </a:rPr>
              <a:t>작성 + 서보모터 준비 함수 작성</a:t>
            </a:r>
            <a:r>
              <a:rPr sz="3000" b="1">
                <a:solidFill>
                  <a:srgbClr val="090807"/>
                </a:solidFill>
                <a:latin typeface="Source Han Sans KR Bold" charset="0"/>
                <a:ea typeface="Source Han Sans KR Bold" charset="0"/>
              </a:rPr>
              <a:t> </a:t>
            </a:r>
            <a:endParaRPr lang="ko-KR" altLang="en-US" sz="3000" b="1">
              <a:solidFill>
                <a:srgbClr val="090807"/>
              </a:solidFill>
              <a:latin typeface="Source Han Sans KR Bold" charset="0"/>
              <a:ea typeface="Source Han Sans KR Bold" charset="0"/>
            </a:endParaRPr>
          </a:p>
        </p:txBody>
      </p:sp>
      <p:pic>
        <p:nvPicPr>
          <p:cNvPr id="30" name="그림 63" descr="C:/Users/user/AppData/Roaming/PolarisOffice/ETemp/19596_12523112/fImage54112693281.png"/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9140190" y="4345940"/>
            <a:ext cx="6874510" cy="3550285"/>
          </a:xfrm>
          <a:prstGeom prst="rect"/>
          <a:noFill/>
        </p:spPr>
      </p:pic>
      <p:pic>
        <p:nvPicPr>
          <p:cNvPr id="31" name="그림 4" descr="C:/Users/user/AppData/Roaming/PolarisOffice/ETemp/19596_12523112/fImage103362346334.png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636395" y="3366770"/>
            <a:ext cx="6482715" cy="552767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xmlns:p14="http://schemas.microsoft.com/office/powerpoint/2010/main">
  <p:cSld>
    <p:bg>
      <p:bgPr>
        <a:solidFill>
          <a:srgbClr val="FEF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6"/>
          <p:cNvSpPr txBox="1">
            <a:spLocks/>
          </p:cNvSpPr>
          <p:nvPr/>
        </p:nvSpPr>
        <p:spPr>
          <a:xfrm rot="0">
            <a:off x="923925" y="765175"/>
            <a:ext cx="3039110" cy="444500"/>
          </a:xfrm>
          <a:prstGeom prst="rect"/>
        </p:spPr>
        <p:txBody>
          <a:bodyPr wrap="square" lIns="0" tIns="0" rIns="0" bIns="0" numCol="1" vert="horz" anchor="t">
            <a:spAutoFit/>
          </a:bodyPr>
          <a:lstStyle/>
          <a:p>
            <a:pPr marL="0" indent="0" algn="l">
              <a:lnSpc>
                <a:spcPts val="3499"/>
              </a:lnSpc>
              <a:spcBef>
                <a:spcPct val="0"/>
              </a:spcBef>
              <a:buFontTx/>
              <a:buNone/>
              <a:defRPr/>
            </a:pPr>
            <a:r>
              <a:rPr lang="en-US" sz="2495" b="1">
                <a:solidFill>
                  <a:srgbClr val="090807"/>
                </a:solidFill>
                <a:latin typeface="Source Han Sans KR Bold" charset="0"/>
                <a:ea typeface="Source Han Sans KR Bold" charset="0"/>
                <a:cs typeface="Source Han Sans KR Bold" charset="0"/>
              </a:rPr>
              <a:t>0</a:t>
            </a:r>
            <a:r>
              <a:rPr lang="ko-KR" sz="2495" b="1">
                <a:solidFill>
                  <a:srgbClr val="090807"/>
                </a:solidFill>
                <a:latin typeface="Source Han Sans KR Bold" charset="0"/>
                <a:ea typeface="Source Han Sans KR Bold" charset="0"/>
                <a:cs typeface="Source Han Sans KR Bold" charset="0"/>
              </a:rPr>
              <a:t>5</a:t>
            </a:r>
            <a:r>
              <a:rPr lang="en-US" sz="2495" b="1">
                <a:solidFill>
                  <a:srgbClr val="090807"/>
                </a:solidFill>
                <a:latin typeface="Source Han Sans KR Bold" charset="0"/>
                <a:ea typeface="Source Han Sans KR Bold" charset="0"/>
                <a:cs typeface="Source Han Sans KR Bold" charset="0"/>
              </a:rPr>
              <a:t> </a:t>
            </a:r>
            <a:r>
              <a:rPr lang="ko-KR" sz="2495" b="1">
                <a:solidFill>
                  <a:srgbClr val="090807"/>
                </a:solidFill>
                <a:latin typeface="Source Han Sans KR Bold" charset="0"/>
                <a:ea typeface="Source Han Sans KR Bold" charset="0"/>
                <a:cs typeface="Source Han Sans KR Bold" charset="0"/>
              </a:rPr>
              <a:t>로봇팔 </a:t>
            </a:r>
            <a:r>
              <a:rPr lang="ko-KR" sz="2495" b="1">
                <a:solidFill>
                  <a:srgbClr val="090807"/>
                </a:solidFill>
                <a:latin typeface="Source Han Sans KR Bold" charset="0"/>
                <a:ea typeface="Source Han Sans KR Bold" charset="0"/>
                <a:cs typeface="Source Han Sans KR Bold" charset="0"/>
              </a:rPr>
              <a:t>작동 </a:t>
            </a:r>
            <a:r>
              <a:rPr lang="ko-KR" sz="2495" b="1">
                <a:solidFill>
                  <a:srgbClr val="090807"/>
                </a:solidFill>
                <a:latin typeface="Source Han Sans KR Bold" charset="0"/>
                <a:ea typeface="Source Han Sans KR Bold" charset="0"/>
                <a:cs typeface="Source Han Sans KR Bold" charset="0"/>
              </a:rPr>
              <a:t>코드</a:t>
            </a:r>
            <a:endParaRPr lang="ko-KR" altLang="en-US" sz="2495" b="1">
              <a:solidFill>
                <a:srgbClr val="090807"/>
              </a:solidFill>
              <a:latin typeface="Source Han Sans KR Bold" charset="0"/>
              <a:ea typeface="Source Han Sans KR Bold" charset="0"/>
              <a:cs typeface="Source Han Sans KR Bold" charset="0"/>
            </a:endParaRPr>
          </a:p>
        </p:txBody>
      </p:sp>
      <p:cxnSp>
        <p:nvCxnSpPr>
          <p:cNvPr id="27" name="도형 5"/>
          <p:cNvCxnSpPr/>
          <p:nvPr/>
        </p:nvCxnSpPr>
        <p:spPr>
          <a:xfrm rot="0" flipV="1">
            <a:off x="860425" y="1325880"/>
            <a:ext cx="3093720" cy="21590"/>
          </a:xfrm>
          <a:prstGeom prst="line"/>
          <a:ln w="38100" cap="flat" cmpd="sng">
            <a:solidFill>
              <a:srgbClr val="090807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텍스트 상자 64"/>
          <p:cNvSpPr txBox="1">
            <a:spLocks/>
          </p:cNvSpPr>
          <p:nvPr/>
        </p:nvSpPr>
        <p:spPr>
          <a:xfrm>
            <a:off x="1219200" y="2333625"/>
            <a:ext cx="12771120" cy="462280"/>
          </a:xfrm>
          <a:prstGeom prst="rect"/>
        </p:spPr>
        <p:txBody>
          <a:bodyPr wrap="square" lIns="0" tIns="0" rIns="0" bIns="0" numCol="1" vert="horz" anchor="t">
            <a:sp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3000" b="1">
                <a:solidFill>
                  <a:srgbClr val="090807"/>
                </a:solidFill>
                <a:latin typeface="Source Han Sans KR Bold" charset="0"/>
                <a:ea typeface="Source Han Sans KR Bold" charset="0"/>
              </a:rPr>
              <a:t>4</a:t>
            </a:r>
            <a:r>
              <a:rPr sz="3000" b="1">
                <a:solidFill>
                  <a:srgbClr val="090807"/>
                </a:solidFill>
                <a:latin typeface="Source Han Sans KR Bold" charset="0"/>
                <a:ea typeface="Source Han Sans KR Bold" charset="0"/>
              </a:rPr>
              <a:t>. </a:t>
            </a:r>
            <a:r>
              <a:rPr lang="ko-KR" sz="3000" b="1">
                <a:solidFill>
                  <a:srgbClr val="090807"/>
                </a:solidFill>
                <a:latin typeface="Source Han Sans KR Bold" charset="0"/>
                <a:ea typeface="Source Han Sans KR Bold" charset="0"/>
              </a:rPr>
              <a:t>영상처리와 연동</a:t>
            </a:r>
            <a:r>
              <a:rPr lang="ko-KR" sz="3000" b="1">
                <a:solidFill>
                  <a:srgbClr val="090807"/>
                </a:solidFill>
                <a:latin typeface="Source Han Sans KR Bold" charset="0"/>
                <a:ea typeface="Source Han Sans KR Bold" charset="0"/>
              </a:rPr>
              <a:t> </a:t>
            </a:r>
            <a:r>
              <a:rPr lang="ko-KR" sz="3000" b="1">
                <a:solidFill>
                  <a:srgbClr val="090807"/>
                </a:solidFill>
                <a:latin typeface="Source Han Sans KR Bold" charset="0"/>
                <a:ea typeface="Source Han Sans KR Bold" charset="0"/>
              </a:rPr>
              <a:t>(받아오는 값에 따라 코드 수정 예정)</a:t>
            </a:r>
            <a:endParaRPr lang="ko-KR" altLang="en-US" sz="3000" b="1">
              <a:solidFill>
                <a:srgbClr val="090807"/>
              </a:solidFill>
              <a:latin typeface="Source Han Sans KR Bold" charset="0"/>
              <a:ea typeface="Source Han Sans KR Bold" charset="0"/>
            </a:endParaRPr>
          </a:p>
        </p:txBody>
      </p:sp>
      <p:pic>
        <p:nvPicPr>
          <p:cNvPr id="29" name="그림 6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221740" y="3433445"/>
            <a:ext cx="9885045" cy="543496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 lIns="0" tIns="0" rIns="0" bIns="0" anchor="t">
        <a:spAutoFit/>
      </a:bodyPr>
      <a:lstStyle>
        <a:defPPr marL="0" lvl="0" indent="0" algn="ctr" defTabSz="914400" rtl="0" eaLnBrk="1" latinLnBrk="0" hangingPunct="1">
          <a:lnSpc>
            <a:spcPts val="3000"/>
          </a:lnSpc>
          <a:spcBef>
            <a:spcPts val="0"/>
          </a:spcBef>
          <a:spcAft>
            <a:spcPts val="0"/>
          </a:spcAft>
          <a:buNone/>
          <a:defRPr xmlns:mc="http://schemas.openxmlformats.org/markup-compatibility/2006" xmlns:hp="http://schemas.haansoft.com/office/presentation/8.0" kumimoji="0" lang="en-US" altLang="ko-KR" sz="4100" b="1" i="0" u="none" strike="noStrike" kern="1200" cap="none" spc="0" normalizeH="0" baseline="0" mc:Ignorable="hp" hp:hslEmbossed="0">
            <a:solidFill>
              <a:srgbClr val="090807"/>
            </a:solidFill>
            <a:latin typeface="Source Han Sans KR"/>
            <a:ea typeface="Source Han Sans KR"/>
            <a:cs typeface="Source Han Sans KR"/>
            <a:sym typeface="Source Han Sans KR"/>
          </a:defRPr>
        </a:defPPr>
      </a:lstStyle>
    </a:txDef>
  </a:objectDefaul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247</ep:Words>
  <ep:PresentationFormat/>
  <ep:Paragraphs>102</ep:Paragraphs>
  <ep:Slides>18</ep:Slides>
  <ep:Notes>15</ep:Notes>
  <ep:TotalTime>0</ep:TotalTime>
  <ep:HiddenSlides>0</ep:HiddenSlides>
  <ep:MMClips>2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ep:HeadingPairs>
  <ep:TitlesOfParts>
    <vt:vector size="19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김동현</dc:creator>
  <cp:lastModifiedBy>82109</cp:lastModifiedBy>
  <dcterms:modified xsi:type="dcterms:W3CDTF">2025-04-29T04:51:54.645</dcterms:modified>
  <cp:revision>14</cp:revision>
  <dc:title>옐로우 블랙 깔끔한 보고서 프레젠테이션</dc:title>
  <cp:version>10.105.269.55310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